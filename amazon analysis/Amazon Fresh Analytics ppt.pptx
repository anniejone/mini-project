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2720CB-B194-4CC6-A1C7-4CC17483460A}" v="80" dt="2025-09-12T06:11:48.28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ERICSON A" userId="4bc43f114a012ffa" providerId="LiveId" clId="{46380805-AB1C-48D4-B920-A84CB1DCA5BA}"/>
    <pc:docChg chg="undo custSel addSld modSld sldOrd">
      <pc:chgData name="DOMINIC ERICSON A" userId="4bc43f114a012ffa" providerId="LiveId" clId="{46380805-AB1C-48D4-B920-A84CB1DCA5BA}" dt="2025-09-12T06:12:59.128" v="393" actId="1076"/>
      <pc:docMkLst>
        <pc:docMk/>
      </pc:docMkLst>
      <pc:sldChg chg="modSp mod">
        <pc:chgData name="DOMINIC ERICSON A" userId="4bc43f114a012ffa" providerId="LiveId" clId="{46380805-AB1C-48D4-B920-A84CB1DCA5BA}" dt="2025-09-12T06:12:59.128" v="393" actId="1076"/>
        <pc:sldMkLst>
          <pc:docMk/>
          <pc:sldMk cId="3594329483" sldId="256"/>
        </pc:sldMkLst>
        <pc:spChg chg="mod">
          <ac:chgData name="DOMINIC ERICSON A" userId="4bc43f114a012ffa" providerId="LiveId" clId="{46380805-AB1C-48D4-B920-A84CB1DCA5BA}" dt="2025-09-12T06:12:59.128" v="393" actId="1076"/>
          <ac:spMkLst>
            <pc:docMk/>
            <pc:sldMk cId="3594329483" sldId="256"/>
            <ac:spMk id="2" creationId="{E46871F5-3222-C103-5AFF-C6E536AE4B21}"/>
          </ac:spMkLst>
        </pc:spChg>
      </pc:sldChg>
      <pc:sldChg chg="addSp delSp modSp mod">
        <pc:chgData name="DOMINIC ERICSON A" userId="4bc43f114a012ffa" providerId="LiveId" clId="{46380805-AB1C-48D4-B920-A84CB1DCA5BA}" dt="2025-09-12T06:05:57.664" v="321" actId="1076"/>
        <pc:sldMkLst>
          <pc:docMk/>
          <pc:sldMk cId="245770037" sldId="257"/>
        </pc:sldMkLst>
        <pc:spChg chg="add mod">
          <ac:chgData name="DOMINIC ERICSON A" userId="4bc43f114a012ffa" providerId="LiveId" clId="{46380805-AB1C-48D4-B920-A84CB1DCA5BA}" dt="2025-09-12T05:46:09.236" v="282" actId="1076"/>
          <ac:spMkLst>
            <pc:docMk/>
            <pc:sldMk cId="245770037" sldId="257"/>
            <ac:spMk id="2" creationId="{1CF05DFD-D9EF-0F86-6AD2-DCFBE7530975}"/>
          </ac:spMkLst>
        </pc:spChg>
        <pc:spChg chg="add mod">
          <ac:chgData name="DOMINIC ERICSON A" userId="4bc43f114a012ffa" providerId="LiveId" clId="{46380805-AB1C-48D4-B920-A84CB1DCA5BA}" dt="2025-09-12T06:05:57.664" v="321" actId="1076"/>
          <ac:spMkLst>
            <pc:docMk/>
            <pc:sldMk cId="245770037" sldId="257"/>
            <ac:spMk id="3" creationId="{DBF87DDD-860A-C43C-F6A3-0F19403A3BF8}"/>
          </ac:spMkLst>
        </pc:spChg>
        <pc:spChg chg="del mod">
          <ac:chgData name="DOMINIC ERICSON A" userId="4bc43f114a012ffa" providerId="LiveId" clId="{46380805-AB1C-48D4-B920-A84CB1DCA5BA}" dt="2025-09-11T13:44:45.515" v="277"/>
          <ac:spMkLst>
            <pc:docMk/>
            <pc:sldMk cId="245770037" sldId="257"/>
            <ac:spMk id="7" creationId="{BD6360B3-B5F3-8ECA-AB6F-040B2BBF1342}"/>
          </ac:spMkLst>
        </pc:spChg>
        <pc:picChg chg="mod">
          <ac:chgData name="DOMINIC ERICSON A" userId="4bc43f114a012ffa" providerId="LiveId" clId="{46380805-AB1C-48D4-B920-A84CB1DCA5BA}" dt="2025-09-12T05:50:21.436" v="283" actId="1076"/>
          <ac:picMkLst>
            <pc:docMk/>
            <pc:sldMk cId="245770037" sldId="257"/>
            <ac:picMk id="5" creationId="{A6D28A21-743C-5025-17A6-1D099FADDDB0}"/>
          </ac:picMkLst>
        </pc:picChg>
      </pc:sldChg>
      <pc:sldChg chg="addSp modSp mod">
        <pc:chgData name="DOMINIC ERICSON A" userId="4bc43f114a012ffa" providerId="LiveId" clId="{46380805-AB1C-48D4-B920-A84CB1DCA5BA}" dt="2025-09-12T06:06:25.321" v="328" actId="1076"/>
        <pc:sldMkLst>
          <pc:docMk/>
          <pc:sldMk cId="1497378106" sldId="258"/>
        </pc:sldMkLst>
        <pc:spChg chg="add mod">
          <ac:chgData name="DOMINIC ERICSON A" userId="4bc43f114a012ffa" providerId="LiveId" clId="{46380805-AB1C-48D4-B920-A84CB1DCA5BA}" dt="2025-09-12T06:06:25.321" v="328" actId="1076"/>
          <ac:spMkLst>
            <pc:docMk/>
            <pc:sldMk cId="1497378106" sldId="258"/>
            <ac:spMk id="2" creationId="{926110B1-5FA3-A9E3-1BAF-0D5D598E0A98}"/>
          </ac:spMkLst>
        </pc:spChg>
      </pc:sldChg>
      <pc:sldChg chg="addSp modSp mod">
        <pc:chgData name="DOMINIC ERICSON A" userId="4bc43f114a012ffa" providerId="LiveId" clId="{46380805-AB1C-48D4-B920-A84CB1DCA5BA}" dt="2025-09-12T06:06:47.375" v="333" actId="20577"/>
        <pc:sldMkLst>
          <pc:docMk/>
          <pc:sldMk cId="4245202374" sldId="259"/>
        </pc:sldMkLst>
        <pc:spChg chg="add mod">
          <ac:chgData name="DOMINIC ERICSON A" userId="4bc43f114a012ffa" providerId="LiveId" clId="{46380805-AB1C-48D4-B920-A84CB1DCA5BA}" dt="2025-09-12T06:03:24.495" v="294" actId="1076"/>
          <ac:spMkLst>
            <pc:docMk/>
            <pc:sldMk cId="4245202374" sldId="259"/>
            <ac:spMk id="2" creationId="{DD40D9FC-7E15-49B0-C5C9-1B886B36F012}"/>
          </ac:spMkLst>
        </pc:spChg>
        <pc:spChg chg="add mod">
          <ac:chgData name="DOMINIC ERICSON A" userId="4bc43f114a012ffa" providerId="LiveId" clId="{46380805-AB1C-48D4-B920-A84CB1DCA5BA}" dt="2025-09-12T06:06:47.375" v="333" actId="20577"/>
          <ac:spMkLst>
            <pc:docMk/>
            <pc:sldMk cId="4245202374" sldId="259"/>
            <ac:spMk id="4" creationId="{9D17AFC0-0207-D689-30E0-F55191DD56F0}"/>
          </ac:spMkLst>
        </pc:spChg>
        <pc:spChg chg="mod">
          <ac:chgData name="DOMINIC ERICSON A" userId="4bc43f114a012ffa" providerId="LiveId" clId="{46380805-AB1C-48D4-B920-A84CB1DCA5BA}" dt="2025-09-11T13:44:26.655" v="274" actId="20577"/>
          <ac:spMkLst>
            <pc:docMk/>
            <pc:sldMk cId="4245202374" sldId="259"/>
            <ac:spMk id="5" creationId="{96AB9CFD-6A01-759D-168D-47D0C3096994}"/>
          </ac:spMkLst>
        </pc:spChg>
      </pc:sldChg>
      <pc:sldChg chg="addSp modSp mod">
        <pc:chgData name="DOMINIC ERICSON A" userId="4bc43f114a012ffa" providerId="LiveId" clId="{46380805-AB1C-48D4-B920-A84CB1DCA5BA}" dt="2025-09-12T06:07:11.227" v="339" actId="20577"/>
        <pc:sldMkLst>
          <pc:docMk/>
          <pc:sldMk cId="2873207012" sldId="260"/>
        </pc:sldMkLst>
        <pc:spChg chg="add mod">
          <ac:chgData name="DOMINIC ERICSON A" userId="4bc43f114a012ffa" providerId="LiveId" clId="{46380805-AB1C-48D4-B920-A84CB1DCA5BA}" dt="2025-09-12T06:07:11.227" v="339" actId="20577"/>
          <ac:spMkLst>
            <pc:docMk/>
            <pc:sldMk cId="2873207012" sldId="260"/>
            <ac:spMk id="4" creationId="{49506DB2-3FB4-8847-08D1-2C1C17F2B506}"/>
          </ac:spMkLst>
        </pc:spChg>
      </pc:sldChg>
      <pc:sldChg chg="addSp modSp mod">
        <pc:chgData name="DOMINIC ERICSON A" userId="4bc43f114a012ffa" providerId="LiveId" clId="{46380805-AB1C-48D4-B920-A84CB1DCA5BA}" dt="2025-09-12T06:07:51.943" v="344" actId="1076"/>
        <pc:sldMkLst>
          <pc:docMk/>
          <pc:sldMk cId="2903044362" sldId="261"/>
        </pc:sldMkLst>
        <pc:spChg chg="add mod">
          <ac:chgData name="DOMINIC ERICSON A" userId="4bc43f114a012ffa" providerId="LiveId" clId="{46380805-AB1C-48D4-B920-A84CB1DCA5BA}" dt="2025-09-12T06:07:51.943" v="344" actId="1076"/>
          <ac:spMkLst>
            <pc:docMk/>
            <pc:sldMk cId="2903044362" sldId="261"/>
            <ac:spMk id="5" creationId="{FF353988-F60E-38FB-8CC5-28C19530AE41}"/>
          </ac:spMkLst>
        </pc:spChg>
      </pc:sldChg>
      <pc:sldChg chg="addSp modSp mod">
        <pc:chgData name="DOMINIC ERICSON A" userId="4bc43f114a012ffa" providerId="LiveId" clId="{46380805-AB1C-48D4-B920-A84CB1DCA5BA}" dt="2025-09-12T06:08:10.939" v="348" actId="20577"/>
        <pc:sldMkLst>
          <pc:docMk/>
          <pc:sldMk cId="3624038529" sldId="262"/>
        </pc:sldMkLst>
        <pc:spChg chg="add mod">
          <ac:chgData name="DOMINIC ERICSON A" userId="4bc43f114a012ffa" providerId="LiveId" clId="{46380805-AB1C-48D4-B920-A84CB1DCA5BA}" dt="2025-09-12T06:08:10.939" v="348" actId="20577"/>
          <ac:spMkLst>
            <pc:docMk/>
            <pc:sldMk cId="3624038529" sldId="262"/>
            <ac:spMk id="2" creationId="{61B3780B-F37A-97E0-784A-569EC050A0C4}"/>
          </ac:spMkLst>
        </pc:spChg>
      </pc:sldChg>
      <pc:sldChg chg="addSp modSp mod">
        <pc:chgData name="DOMINIC ERICSON A" userId="4bc43f114a012ffa" providerId="LiveId" clId="{46380805-AB1C-48D4-B920-A84CB1DCA5BA}" dt="2025-09-12T06:09:04.313" v="353" actId="1076"/>
        <pc:sldMkLst>
          <pc:docMk/>
          <pc:sldMk cId="1583849603" sldId="263"/>
        </pc:sldMkLst>
        <pc:spChg chg="add mod">
          <ac:chgData name="DOMINIC ERICSON A" userId="4bc43f114a012ffa" providerId="LiveId" clId="{46380805-AB1C-48D4-B920-A84CB1DCA5BA}" dt="2025-09-12T06:09:04.313" v="353" actId="1076"/>
          <ac:spMkLst>
            <pc:docMk/>
            <pc:sldMk cId="1583849603" sldId="263"/>
            <ac:spMk id="2" creationId="{CCADC072-A22D-542E-8570-610D861A34B2}"/>
          </ac:spMkLst>
        </pc:spChg>
      </pc:sldChg>
      <pc:sldChg chg="addSp modSp mod">
        <pc:chgData name="DOMINIC ERICSON A" userId="4bc43f114a012ffa" providerId="LiveId" clId="{46380805-AB1C-48D4-B920-A84CB1DCA5BA}" dt="2025-09-12T06:09:19.721" v="358" actId="1076"/>
        <pc:sldMkLst>
          <pc:docMk/>
          <pc:sldMk cId="4259079803" sldId="264"/>
        </pc:sldMkLst>
        <pc:spChg chg="add mod">
          <ac:chgData name="DOMINIC ERICSON A" userId="4bc43f114a012ffa" providerId="LiveId" clId="{46380805-AB1C-48D4-B920-A84CB1DCA5BA}" dt="2025-09-12T06:09:19.721" v="358" actId="1076"/>
          <ac:spMkLst>
            <pc:docMk/>
            <pc:sldMk cId="4259079803" sldId="264"/>
            <ac:spMk id="5" creationId="{74FBC003-0F49-D9A3-DE19-C96C5891D89F}"/>
          </ac:spMkLst>
        </pc:spChg>
      </pc:sldChg>
      <pc:sldChg chg="addSp delSp modSp mod">
        <pc:chgData name="DOMINIC ERICSON A" userId="4bc43f114a012ffa" providerId="LiveId" clId="{46380805-AB1C-48D4-B920-A84CB1DCA5BA}" dt="2025-09-12T06:09:42.436" v="363" actId="1076"/>
        <pc:sldMkLst>
          <pc:docMk/>
          <pc:sldMk cId="3167986510" sldId="265"/>
        </pc:sldMkLst>
        <pc:spChg chg="add mod">
          <ac:chgData name="DOMINIC ERICSON A" userId="4bc43f114a012ffa" providerId="LiveId" clId="{46380805-AB1C-48D4-B920-A84CB1DCA5BA}" dt="2025-09-12T06:09:42.436" v="363" actId="1076"/>
          <ac:spMkLst>
            <pc:docMk/>
            <pc:sldMk cId="3167986510" sldId="265"/>
            <ac:spMk id="2" creationId="{D25304FC-7E61-FF1F-DC23-A35DC3924FC3}"/>
          </ac:spMkLst>
        </pc:spChg>
        <pc:spChg chg="mod">
          <ac:chgData name="DOMINIC ERICSON A" userId="4bc43f114a012ffa" providerId="LiveId" clId="{46380805-AB1C-48D4-B920-A84CB1DCA5BA}" dt="2025-09-10T19:27:36.841" v="31" actId="1076"/>
          <ac:spMkLst>
            <pc:docMk/>
            <pc:sldMk cId="3167986510" sldId="265"/>
            <ac:spMk id="5" creationId="{DC60FB1B-69E2-F8A5-8700-EA4311B0E978}"/>
          </ac:spMkLst>
        </pc:spChg>
      </pc:sldChg>
      <pc:sldChg chg="addSp delSp modSp new mod">
        <pc:chgData name="DOMINIC ERICSON A" userId="4bc43f114a012ffa" providerId="LiveId" clId="{46380805-AB1C-48D4-B920-A84CB1DCA5BA}" dt="2025-09-12T06:10:16.526" v="368" actId="20577"/>
        <pc:sldMkLst>
          <pc:docMk/>
          <pc:sldMk cId="884673541" sldId="266"/>
        </pc:sldMkLst>
        <pc:spChg chg="add mod">
          <ac:chgData name="DOMINIC ERICSON A" userId="4bc43f114a012ffa" providerId="LiveId" clId="{46380805-AB1C-48D4-B920-A84CB1DCA5BA}" dt="2025-09-12T06:10:16.526" v="368" actId="20577"/>
          <ac:spMkLst>
            <pc:docMk/>
            <pc:sldMk cId="884673541" sldId="266"/>
            <ac:spMk id="2" creationId="{99852A70-A05D-0D37-8AAA-1CF28873BED5}"/>
          </ac:spMkLst>
        </pc:spChg>
        <pc:spChg chg="add mod">
          <ac:chgData name="DOMINIC ERICSON A" userId="4bc43f114a012ffa" providerId="LiveId" clId="{46380805-AB1C-48D4-B920-A84CB1DCA5BA}" dt="2025-09-10T20:07:46.342" v="97" actId="1076"/>
          <ac:spMkLst>
            <pc:docMk/>
            <pc:sldMk cId="884673541" sldId="266"/>
            <ac:spMk id="3" creationId="{E6BE564B-69D0-F458-DC32-546CD3E5365A}"/>
          </ac:spMkLst>
        </pc:spChg>
        <pc:spChg chg="add del mod">
          <ac:chgData name="DOMINIC ERICSON A" userId="4bc43f114a012ffa" providerId="LiveId" clId="{46380805-AB1C-48D4-B920-A84CB1DCA5BA}" dt="2025-09-10T20:03:17.235" v="68" actId="47"/>
          <ac:spMkLst>
            <pc:docMk/>
            <pc:sldMk cId="884673541" sldId="266"/>
            <ac:spMk id="4" creationId="{5B3AEA4A-471F-CB67-CE7F-D79DC63588ED}"/>
          </ac:spMkLst>
        </pc:spChg>
        <pc:spChg chg="add mod">
          <ac:chgData name="DOMINIC ERICSON A" userId="4bc43f114a012ffa" providerId="LiveId" clId="{46380805-AB1C-48D4-B920-A84CB1DCA5BA}" dt="2025-09-10T20:07:34.111" v="96" actId="1076"/>
          <ac:spMkLst>
            <pc:docMk/>
            <pc:sldMk cId="884673541" sldId="266"/>
            <ac:spMk id="11" creationId="{F7B628B6-56DB-8279-A169-B3508E781CDC}"/>
          </ac:spMkLst>
        </pc:spChg>
      </pc:sldChg>
      <pc:sldChg chg="addSp delSp modSp new mod">
        <pc:chgData name="DOMINIC ERICSON A" userId="4bc43f114a012ffa" providerId="LiveId" clId="{46380805-AB1C-48D4-B920-A84CB1DCA5BA}" dt="2025-09-12T06:10:55.381" v="372" actId="1076"/>
        <pc:sldMkLst>
          <pc:docMk/>
          <pc:sldMk cId="2286808776" sldId="267"/>
        </pc:sldMkLst>
        <pc:spChg chg="add mod">
          <ac:chgData name="DOMINIC ERICSON A" userId="4bc43f114a012ffa" providerId="LiveId" clId="{46380805-AB1C-48D4-B920-A84CB1DCA5BA}" dt="2025-09-11T12:07:36.573" v="112" actId="1076"/>
          <ac:spMkLst>
            <pc:docMk/>
            <pc:sldMk cId="2286808776" sldId="267"/>
            <ac:spMk id="2" creationId="{FCA20BFA-9630-74CF-E2C5-BE5890BCFE09}"/>
          </ac:spMkLst>
        </pc:spChg>
        <pc:spChg chg="add mod">
          <ac:chgData name="DOMINIC ERICSON A" userId="4bc43f114a012ffa" providerId="LiveId" clId="{46380805-AB1C-48D4-B920-A84CB1DCA5BA}" dt="2025-09-11T12:09:20.666" v="122" actId="1076"/>
          <ac:spMkLst>
            <pc:docMk/>
            <pc:sldMk cId="2286808776" sldId="267"/>
            <ac:spMk id="3" creationId="{CB4B03FE-4919-4EF1-90FD-D5A313C1ABC2}"/>
          </ac:spMkLst>
        </pc:spChg>
        <pc:spChg chg="add mod">
          <ac:chgData name="DOMINIC ERICSON A" userId="4bc43f114a012ffa" providerId="LiveId" clId="{46380805-AB1C-48D4-B920-A84CB1DCA5BA}" dt="2025-09-12T06:10:55.381" v="372" actId="1076"/>
          <ac:spMkLst>
            <pc:docMk/>
            <pc:sldMk cId="2286808776" sldId="267"/>
            <ac:spMk id="4" creationId="{171B27AB-A55E-570E-AFBD-0A82113CE300}"/>
          </ac:spMkLst>
        </pc:spChg>
        <pc:spChg chg="add del mod">
          <ac:chgData name="DOMINIC ERICSON A" userId="4bc43f114a012ffa" providerId="LiveId" clId="{46380805-AB1C-48D4-B920-A84CB1DCA5BA}" dt="2025-09-11T12:09:08.024" v="121"/>
          <ac:spMkLst>
            <pc:docMk/>
            <pc:sldMk cId="2286808776" sldId="267"/>
            <ac:spMk id="4" creationId="{796C13D1-3F7C-8D0B-47FD-9328EF679789}"/>
          </ac:spMkLst>
        </pc:spChg>
      </pc:sldChg>
      <pc:sldChg chg="addSp delSp modSp new mod ord">
        <pc:chgData name="DOMINIC ERICSON A" userId="4bc43f114a012ffa" providerId="LiveId" clId="{46380805-AB1C-48D4-B920-A84CB1DCA5BA}" dt="2025-09-12T06:11:24.085" v="379" actId="1076"/>
        <pc:sldMkLst>
          <pc:docMk/>
          <pc:sldMk cId="2304019655" sldId="268"/>
        </pc:sldMkLst>
        <pc:spChg chg="add mod">
          <ac:chgData name="DOMINIC ERICSON A" userId="4bc43f114a012ffa" providerId="LiveId" clId="{46380805-AB1C-48D4-B920-A84CB1DCA5BA}" dt="2025-09-12T06:04:38.581" v="311" actId="1076"/>
          <ac:spMkLst>
            <pc:docMk/>
            <pc:sldMk cId="2304019655" sldId="268"/>
            <ac:spMk id="2" creationId="{AF41756B-C1E4-B79B-BE5D-7374AD6B135B}"/>
          </ac:spMkLst>
        </pc:spChg>
        <pc:spChg chg="del">
          <ac:chgData name="DOMINIC ERICSON A" userId="4bc43f114a012ffa" providerId="LiveId" clId="{46380805-AB1C-48D4-B920-A84CB1DCA5BA}" dt="2025-09-11T12:11:44.656" v="124" actId="478"/>
          <ac:spMkLst>
            <pc:docMk/>
            <pc:sldMk cId="2304019655" sldId="268"/>
            <ac:spMk id="2" creationId="{C0C53E6F-3832-1C3F-94DD-AECC443104A0}"/>
          </ac:spMkLst>
        </pc:spChg>
        <pc:spChg chg="add mod">
          <ac:chgData name="DOMINIC ERICSON A" userId="4bc43f114a012ffa" providerId="LiveId" clId="{46380805-AB1C-48D4-B920-A84CB1DCA5BA}" dt="2025-09-11T12:12:54.737" v="133" actId="1076"/>
          <ac:spMkLst>
            <pc:docMk/>
            <pc:sldMk cId="2304019655" sldId="268"/>
            <ac:spMk id="3" creationId="{725D8C06-C5F4-8AB1-5BC1-42631D728B84}"/>
          </ac:spMkLst>
        </pc:spChg>
        <pc:spChg chg="add mod">
          <ac:chgData name="DOMINIC ERICSON A" userId="4bc43f114a012ffa" providerId="LiveId" clId="{46380805-AB1C-48D4-B920-A84CB1DCA5BA}" dt="2025-09-12T06:04:43.899" v="312" actId="1076"/>
          <ac:spMkLst>
            <pc:docMk/>
            <pc:sldMk cId="2304019655" sldId="268"/>
            <ac:spMk id="4" creationId="{F1839370-B2D5-9E34-EE03-B72AD048E34E}"/>
          </ac:spMkLst>
        </pc:spChg>
        <pc:spChg chg="add del mod">
          <ac:chgData name="DOMINIC ERICSON A" userId="4bc43f114a012ffa" providerId="LiveId" clId="{46380805-AB1C-48D4-B920-A84CB1DCA5BA}" dt="2025-09-12T06:11:03.854" v="375"/>
          <ac:spMkLst>
            <pc:docMk/>
            <pc:sldMk cId="2304019655" sldId="268"/>
            <ac:spMk id="5" creationId="{83872F5B-432D-A108-2A31-116B2C249A64}"/>
          </ac:spMkLst>
        </pc:spChg>
        <pc:spChg chg="add del mod">
          <ac:chgData name="DOMINIC ERICSON A" userId="4bc43f114a012ffa" providerId="LiveId" clId="{46380805-AB1C-48D4-B920-A84CB1DCA5BA}" dt="2025-09-11T12:15:00.481" v="143"/>
          <ac:spMkLst>
            <pc:docMk/>
            <pc:sldMk cId="2304019655" sldId="268"/>
            <ac:spMk id="5" creationId="{DCA4526E-BBC4-91D1-19FA-3900DACE10E0}"/>
          </ac:spMkLst>
        </pc:spChg>
        <pc:spChg chg="add mod">
          <ac:chgData name="DOMINIC ERICSON A" userId="4bc43f114a012ffa" providerId="LiveId" clId="{46380805-AB1C-48D4-B920-A84CB1DCA5BA}" dt="2025-09-12T06:11:24.085" v="379" actId="1076"/>
          <ac:spMkLst>
            <pc:docMk/>
            <pc:sldMk cId="2304019655" sldId="268"/>
            <ac:spMk id="6" creationId="{922C8A2B-83A5-1493-5B0D-15B96BD17568}"/>
          </ac:spMkLst>
        </pc:spChg>
      </pc:sldChg>
      <pc:sldChg chg="addSp delSp modSp new mod">
        <pc:chgData name="DOMINIC ERICSON A" userId="4bc43f114a012ffa" providerId="LiveId" clId="{46380805-AB1C-48D4-B920-A84CB1DCA5BA}" dt="2025-09-12T06:12:07.037" v="388" actId="20577"/>
        <pc:sldMkLst>
          <pc:docMk/>
          <pc:sldMk cId="3586095019" sldId="269"/>
        </pc:sldMkLst>
        <pc:spChg chg="add mod">
          <ac:chgData name="DOMINIC ERICSON A" userId="4bc43f114a012ffa" providerId="LiveId" clId="{46380805-AB1C-48D4-B920-A84CB1DCA5BA}" dt="2025-09-12T06:12:07.037" v="388" actId="20577"/>
          <ac:spMkLst>
            <pc:docMk/>
            <pc:sldMk cId="3586095019" sldId="269"/>
            <ac:spMk id="2" creationId="{6764CF5C-4653-D643-6901-E95CB10EA3DC}"/>
          </ac:spMkLst>
        </pc:spChg>
        <pc:spChg chg="del">
          <ac:chgData name="DOMINIC ERICSON A" userId="4bc43f114a012ffa" providerId="LiveId" clId="{46380805-AB1C-48D4-B920-A84CB1DCA5BA}" dt="2025-09-11T12:18:43.854" v="147" actId="478"/>
          <ac:spMkLst>
            <pc:docMk/>
            <pc:sldMk cId="3586095019" sldId="269"/>
            <ac:spMk id="2" creationId="{A3AC78E4-1905-7833-669C-F47B19D79AE8}"/>
          </ac:spMkLst>
        </pc:spChg>
        <pc:spChg chg="add mod">
          <ac:chgData name="DOMINIC ERICSON A" userId="4bc43f114a012ffa" providerId="LiveId" clId="{46380805-AB1C-48D4-B920-A84CB1DCA5BA}" dt="2025-09-11T12:20:01.405" v="158" actId="1076"/>
          <ac:spMkLst>
            <pc:docMk/>
            <pc:sldMk cId="3586095019" sldId="269"/>
            <ac:spMk id="3" creationId="{92BD3FB2-D4E7-23D2-C69B-913E39AEA4E4}"/>
          </ac:spMkLst>
        </pc:spChg>
        <pc:spChg chg="add mod">
          <ac:chgData name="DOMINIC ERICSON A" userId="4bc43f114a012ffa" providerId="LiveId" clId="{46380805-AB1C-48D4-B920-A84CB1DCA5BA}" dt="2025-09-11T12:22:01.132" v="181" actId="207"/>
          <ac:spMkLst>
            <pc:docMk/>
            <pc:sldMk cId="3586095019" sldId="269"/>
            <ac:spMk id="4" creationId="{7B8F5084-CBD7-E07B-7620-3FDE938628BC}"/>
          </ac:spMkLst>
        </pc:spChg>
        <pc:spChg chg="add del mod">
          <ac:chgData name="DOMINIC ERICSON A" userId="4bc43f114a012ffa" providerId="LiveId" clId="{46380805-AB1C-48D4-B920-A84CB1DCA5BA}" dt="2025-09-11T12:19:54.027" v="157"/>
          <ac:spMkLst>
            <pc:docMk/>
            <pc:sldMk cId="3586095019" sldId="269"/>
            <ac:spMk id="5" creationId="{0502A70A-B5C5-B2B0-863E-1F3AE0E92CB2}"/>
          </ac:spMkLst>
        </pc:spChg>
        <pc:spChg chg="add del mod">
          <ac:chgData name="DOMINIC ERICSON A" userId="4bc43f114a012ffa" providerId="LiveId" clId="{46380805-AB1C-48D4-B920-A84CB1DCA5BA}" dt="2025-09-11T12:21:40.610" v="179"/>
          <ac:spMkLst>
            <pc:docMk/>
            <pc:sldMk cId="3586095019" sldId="269"/>
            <ac:spMk id="6" creationId="{010AE8FC-D3C1-E76C-210A-1E9A7A88D7A9}"/>
          </ac:spMkLst>
        </pc:spChg>
      </pc:sldChg>
      <pc:sldChg chg="addSp delSp modSp new mod">
        <pc:chgData name="DOMINIC ERICSON A" userId="4bc43f114a012ffa" providerId="LiveId" clId="{46380805-AB1C-48D4-B920-A84CB1DCA5BA}" dt="2025-09-12T06:12:11.649" v="390" actId="20577"/>
        <pc:sldMkLst>
          <pc:docMk/>
          <pc:sldMk cId="2658072905" sldId="270"/>
        </pc:sldMkLst>
        <pc:spChg chg="del">
          <ac:chgData name="DOMINIC ERICSON A" userId="4bc43f114a012ffa" providerId="LiveId" clId="{46380805-AB1C-48D4-B920-A84CB1DCA5BA}" dt="2025-09-11T12:24:04.084" v="183" actId="478"/>
          <ac:spMkLst>
            <pc:docMk/>
            <pc:sldMk cId="2658072905" sldId="270"/>
            <ac:spMk id="2" creationId="{AA5BCCC6-6A2E-FF4B-CAF4-D76ABC3BEE28}"/>
          </ac:spMkLst>
        </pc:spChg>
        <pc:spChg chg="add mod">
          <ac:chgData name="DOMINIC ERICSON A" userId="4bc43f114a012ffa" providerId="LiveId" clId="{46380805-AB1C-48D4-B920-A84CB1DCA5BA}" dt="2025-09-12T06:12:11.649" v="390" actId="20577"/>
          <ac:spMkLst>
            <pc:docMk/>
            <pc:sldMk cId="2658072905" sldId="270"/>
            <ac:spMk id="2" creationId="{E03697EE-F106-A8DB-5EE3-81C16107191A}"/>
          </ac:spMkLst>
        </pc:spChg>
        <pc:spChg chg="add del mod">
          <ac:chgData name="DOMINIC ERICSON A" userId="4bc43f114a012ffa" providerId="LiveId" clId="{46380805-AB1C-48D4-B920-A84CB1DCA5BA}" dt="2025-09-11T12:24:28.703" v="186" actId="11529"/>
          <ac:spMkLst>
            <pc:docMk/>
            <pc:sldMk cId="2658072905" sldId="270"/>
            <ac:spMk id="3" creationId="{E24AAD79-5FC0-01AF-AB11-023C2BC722ED}"/>
          </ac:spMkLst>
        </pc:spChg>
        <pc:spChg chg="add del">
          <ac:chgData name="DOMINIC ERICSON A" userId="4bc43f114a012ffa" providerId="LiveId" clId="{46380805-AB1C-48D4-B920-A84CB1DCA5BA}" dt="2025-09-11T12:24:40.448" v="188" actId="11529"/>
          <ac:spMkLst>
            <pc:docMk/>
            <pc:sldMk cId="2658072905" sldId="270"/>
            <ac:spMk id="4" creationId="{E76E0AF7-8897-8B99-547A-7CB010FD9FDB}"/>
          </ac:spMkLst>
        </pc:spChg>
        <pc:spChg chg="add mod">
          <ac:chgData name="DOMINIC ERICSON A" userId="4bc43f114a012ffa" providerId="LiveId" clId="{46380805-AB1C-48D4-B920-A84CB1DCA5BA}" dt="2025-09-11T12:25:31.191" v="195" actId="14100"/>
          <ac:spMkLst>
            <pc:docMk/>
            <pc:sldMk cId="2658072905" sldId="270"/>
            <ac:spMk id="5" creationId="{998AFA8B-8102-0690-C951-57788E3A2880}"/>
          </ac:spMkLst>
        </pc:spChg>
        <pc:spChg chg="add mod">
          <ac:chgData name="DOMINIC ERICSON A" userId="4bc43f114a012ffa" providerId="LiveId" clId="{46380805-AB1C-48D4-B920-A84CB1DCA5BA}" dt="2025-09-11T12:28:50.432" v="241" actId="20577"/>
          <ac:spMkLst>
            <pc:docMk/>
            <pc:sldMk cId="2658072905" sldId="270"/>
            <ac:spMk id="6" creationId="{79C00A4A-505B-F85C-2C26-5159953B2CAB}"/>
          </ac:spMkLst>
        </pc:spChg>
        <pc:spChg chg="add del mod">
          <ac:chgData name="DOMINIC ERICSON A" userId="4bc43f114a012ffa" providerId="LiveId" clId="{46380805-AB1C-48D4-B920-A84CB1DCA5BA}" dt="2025-09-11T12:27:44.360" v="223"/>
          <ac:spMkLst>
            <pc:docMk/>
            <pc:sldMk cId="2658072905" sldId="270"/>
            <ac:spMk id="7" creationId="{1A860EED-85E3-8E79-98CD-B97C287E595D}"/>
          </ac:spMkLst>
        </pc:spChg>
        <pc:spChg chg="add del mod">
          <ac:chgData name="DOMINIC ERICSON A" userId="4bc43f114a012ffa" providerId="LiveId" clId="{46380805-AB1C-48D4-B920-A84CB1DCA5BA}" dt="2025-09-11T12:27:44.361" v="225"/>
          <ac:spMkLst>
            <pc:docMk/>
            <pc:sldMk cId="2658072905" sldId="270"/>
            <ac:spMk id="8" creationId="{13CD7EED-6586-34E2-841D-3DE318A1B7E8}"/>
          </ac:spMkLst>
        </pc:spChg>
      </pc:sldChg>
      <pc:sldChg chg="addSp modSp new mod">
        <pc:chgData name="DOMINIC ERICSON A" userId="4bc43f114a012ffa" providerId="LiveId" clId="{46380805-AB1C-48D4-B920-A84CB1DCA5BA}" dt="2025-09-11T13:39:14.601" v="264" actId="1076"/>
        <pc:sldMkLst>
          <pc:docMk/>
          <pc:sldMk cId="1211970599" sldId="271"/>
        </pc:sldMkLst>
        <pc:spChg chg="add mod">
          <ac:chgData name="DOMINIC ERICSON A" userId="4bc43f114a012ffa" providerId="LiveId" clId="{46380805-AB1C-48D4-B920-A84CB1DCA5BA}" dt="2025-09-11T13:39:14.601" v="264" actId="1076"/>
          <ac:spMkLst>
            <pc:docMk/>
            <pc:sldMk cId="1211970599" sldId="271"/>
            <ac:spMk id="2" creationId="{8DE80C59-FAE0-9575-CBD0-C3B1E8AEC88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81E02F-8B13-4C01-9C83-D2B4221E6EE5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E5B00-EDB3-4056-914F-870C311F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36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E5B00-EDB3-4056-914F-870C311FDAF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70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71F5-3222-C103-5AFF-C6E536AE4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407" y="2927555"/>
            <a:ext cx="9615948" cy="1002890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Amazon Fresh Analytics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359432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28A21-743C-5025-17A6-1D099FADD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207" y="1241391"/>
            <a:ext cx="8241174" cy="5164327"/>
          </a:xfrm>
        </p:spPr>
      </p:pic>
      <p:sp>
        <p:nvSpPr>
          <p:cNvPr id="8" name="Scroll: Horizontal 7">
            <a:extLst>
              <a:ext uri="{FF2B5EF4-FFF2-40B4-BE49-F238E27FC236}">
                <a16:creationId xmlns:a16="http://schemas.microsoft.com/office/drawing/2014/main" id="{F28FA32B-C0DB-D192-8FC1-A6C6C42633B8}"/>
              </a:ext>
            </a:extLst>
          </p:cNvPr>
          <p:cNvSpPr/>
          <p:nvPr/>
        </p:nvSpPr>
        <p:spPr>
          <a:xfrm>
            <a:off x="2344993" y="137650"/>
            <a:ext cx="7502014" cy="80624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ER diagram</a:t>
            </a:r>
            <a:endParaRPr lang="en-IN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F05DFD-D9EF-0F86-6AD2-DCFBE7530975}"/>
              </a:ext>
            </a:extLst>
          </p:cNvPr>
          <p:cNvSpPr txBox="1"/>
          <p:nvPr/>
        </p:nvSpPr>
        <p:spPr>
          <a:xfrm>
            <a:off x="9400510" y="2551837"/>
            <a:ext cx="23204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“Customers place orders, orders contain products, suppliers provide products, and customers review products.”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87DDD-860A-C43C-F6A3-0F19403A3BF8}"/>
              </a:ext>
            </a:extLst>
          </p:cNvPr>
          <p:cNvSpPr txBox="1"/>
          <p:nvPr/>
        </p:nvSpPr>
        <p:spPr>
          <a:xfrm>
            <a:off x="285136" y="167147"/>
            <a:ext cx="1425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24577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9C9F18-BF6F-9F5E-E993-18DDF030B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37847"/>
              </p:ext>
            </p:extLst>
          </p:nvPr>
        </p:nvGraphicFramePr>
        <p:xfrm>
          <a:off x="1030287" y="3150362"/>
          <a:ext cx="10131426" cy="1893585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3377142">
                  <a:extLst>
                    <a:ext uri="{9D8B030D-6E8A-4147-A177-3AD203B41FA5}">
                      <a16:colId xmlns:a16="http://schemas.microsoft.com/office/drawing/2014/main" val="2173963012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575539742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895262767"/>
                    </a:ext>
                  </a:extLst>
                </a:gridCol>
              </a:tblGrid>
              <a:tr h="63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Foreign Key(s)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881923"/>
                  </a:ext>
                </a:extLst>
              </a:tr>
              <a:tr h="63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CustomerID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164005"/>
                  </a:ext>
                </a:extLst>
              </a:tr>
              <a:tr h="63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OrderID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CustomerID, </a:t>
                      </a:r>
                      <a:r>
                        <a:rPr lang="en-IN" sz="1800" dirty="0" err="1"/>
                        <a:t>ProductID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3819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E68311F-9F6F-B3F0-F5E5-6E9B2767925E}"/>
              </a:ext>
            </a:extLst>
          </p:cNvPr>
          <p:cNvSpPr txBox="1"/>
          <p:nvPr/>
        </p:nvSpPr>
        <p:spPr>
          <a:xfrm>
            <a:off x="2389237" y="1797310"/>
            <a:ext cx="7413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Each table has a </a:t>
            </a:r>
            <a:r>
              <a:rPr lang="en-US" b="1" dirty="0"/>
              <a:t>Primary Key</a:t>
            </a:r>
            <a:r>
              <a:rPr lang="en-US" dirty="0"/>
              <a:t> that uniquely identifies its records.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Relationships are maintained using </a:t>
            </a:r>
            <a:r>
              <a:rPr lang="en-US" b="1" dirty="0"/>
              <a:t>Foreign Keys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2E783C6D-BDF6-AC2D-C178-7C1C95E583B9}"/>
              </a:ext>
            </a:extLst>
          </p:cNvPr>
          <p:cNvSpPr/>
          <p:nvPr/>
        </p:nvSpPr>
        <p:spPr>
          <a:xfrm>
            <a:off x="1587907" y="265471"/>
            <a:ext cx="9016181" cy="1033272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Identify the primary keys and foreign keys </a:t>
            </a:r>
            <a:endParaRPr lang="en-IN" sz="3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110B1-5FA3-A9E3-1BAF-0D5D598E0A98}"/>
              </a:ext>
            </a:extLst>
          </p:cNvPr>
          <p:cNvSpPr txBox="1"/>
          <p:nvPr/>
        </p:nvSpPr>
        <p:spPr>
          <a:xfrm>
            <a:off x="294968" y="412775"/>
            <a:ext cx="107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149737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3B5DBAD2-7EE1-8733-99C5-EFEEEDC4DBDE}"/>
              </a:ext>
            </a:extLst>
          </p:cNvPr>
          <p:cNvSpPr/>
          <p:nvPr/>
        </p:nvSpPr>
        <p:spPr>
          <a:xfrm>
            <a:off x="2340077" y="147484"/>
            <a:ext cx="7511845" cy="963561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Basic Queries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B9CFD-6A01-759D-168D-47D0C3096994}"/>
              </a:ext>
            </a:extLst>
          </p:cNvPr>
          <p:cNvSpPr txBox="1"/>
          <p:nvPr/>
        </p:nvSpPr>
        <p:spPr>
          <a:xfrm>
            <a:off x="2561302" y="1819964"/>
            <a:ext cx="7069393" cy="21268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🔹 </a:t>
            </a:r>
            <a:r>
              <a:rPr lang="en-US" i="1" dirty="0"/>
              <a:t>Query 1: Customers from a specific city → Retrieved 3 customers from </a:t>
            </a:r>
            <a:r>
              <a:rPr lang="en-IN" dirty="0" err="1"/>
              <a:t>Christopherland</a:t>
            </a:r>
            <a:r>
              <a:rPr lang="en-IN" dirty="0"/>
              <a:t>  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r>
              <a:rPr lang="en-US" dirty="0"/>
              <a:t>🔹 </a:t>
            </a:r>
            <a:r>
              <a:rPr lang="en-US" i="1" dirty="0"/>
              <a:t>Query 2: Products under “Fruits” category → Retrieved  Multiple  fruit items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40D9FC-7E15-49B0-C5C9-1B886B36F012}"/>
              </a:ext>
            </a:extLst>
          </p:cNvPr>
          <p:cNvSpPr txBox="1"/>
          <p:nvPr/>
        </p:nvSpPr>
        <p:spPr>
          <a:xfrm>
            <a:off x="1597740" y="4655747"/>
            <a:ext cx="8996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NOTES;</a:t>
            </a:r>
          </a:p>
          <a:p>
            <a:r>
              <a:rPr lang="en-US" dirty="0"/>
              <a:t>“Since the Products table was normalized in Task 12, filtering by Category/</a:t>
            </a:r>
            <a:r>
              <a:rPr lang="en-US" dirty="0" err="1"/>
              <a:t>SubCategory</a:t>
            </a:r>
            <a:r>
              <a:rPr lang="en-US" dirty="0"/>
              <a:t> is done through JOINs with the Category tables instead of directly from Products.”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7AFC0-0207-D689-30E0-F55191DD56F0}"/>
              </a:ext>
            </a:extLst>
          </p:cNvPr>
          <p:cNvSpPr txBox="1"/>
          <p:nvPr/>
        </p:nvSpPr>
        <p:spPr>
          <a:xfrm>
            <a:off x="570271" y="393290"/>
            <a:ext cx="135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424520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4B381-C2C2-BFF2-9DDC-54F89A28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6990" y="80157"/>
            <a:ext cx="5538018" cy="334297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Data Definition Language (DDL) and Constraints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F9121-ABE5-AD71-B851-7BACC12F9C59}"/>
              </a:ext>
            </a:extLst>
          </p:cNvPr>
          <p:cNvSpPr txBox="1"/>
          <p:nvPr/>
        </p:nvSpPr>
        <p:spPr>
          <a:xfrm>
            <a:off x="1457370" y="2084439"/>
            <a:ext cx="92423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Added </a:t>
            </a:r>
            <a:r>
              <a:rPr lang="en-IN" b="1" dirty="0"/>
              <a:t>Primary Key</a:t>
            </a:r>
            <a:r>
              <a:rPr lang="en-IN" dirty="0"/>
              <a:t>: CustomerID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Added </a:t>
            </a:r>
            <a:r>
              <a:rPr lang="en-US" b="1" dirty="0"/>
              <a:t>Check Constraint</a:t>
            </a:r>
            <a:r>
              <a:rPr lang="en-US" dirty="0"/>
              <a:t>: Age &gt; 18, NOT NULL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Added </a:t>
            </a:r>
            <a:r>
              <a:rPr lang="en-IN" b="1" dirty="0"/>
              <a:t>Unique Constraint</a:t>
            </a:r>
            <a:r>
              <a:rPr lang="en-IN" dirty="0"/>
              <a:t>: Name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828CB2-053B-4010-19CA-C767F4DC9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70" y="3963390"/>
            <a:ext cx="6201959" cy="1714739"/>
          </a:xfrm>
          <a:prstGeom prst="rect">
            <a:avLst/>
          </a:prstGeom>
        </p:spPr>
      </p:pic>
      <p:sp>
        <p:nvSpPr>
          <p:cNvPr id="9" name="Scroll: Horizontal 8">
            <a:extLst>
              <a:ext uri="{FF2B5EF4-FFF2-40B4-BE49-F238E27FC236}">
                <a16:creationId xmlns:a16="http://schemas.microsoft.com/office/drawing/2014/main" id="{5376EEF3-C186-7F38-8039-04B0D3E664C0}"/>
              </a:ext>
            </a:extLst>
          </p:cNvPr>
          <p:cNvSpPr/>
          <p:nvPr/>
        </p:nvSpPr>
        <p:spPr>
          <a:xfrm>
            <a:off x="2679290" y="648929"/>
            <a:ext cx="6833419" cy="1130710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DDL statements</a:t>
            </a:r>
            <a:r>
              <a:rPr lang="en-US" sz="2400" dirty="0"/>
              <a:t> to recreate the Customers table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06DB2-3FB4-8847-08D1-2C1C17F2B506}"/>
              </a:ext>
            </a:extLst>
          </p:cNvPr>
          <p:cNvSpPr txBox="1"/>
          <p:nvPr/>
        </p:nvSpPr>
        <p:spPr>
          <a:xfrm>
            <a:off x="363795" y="279597"/>
            <a:ext cx="83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320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3E78B-C703-7ABF-A7BA-BEDDFC56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611" y="108155"/>
            <a:ext cx="4672778" cy="383458"/>
          </a:xfrm>
        </p:spPr>
        <p:txBody>
          <a:bodyPr numCol="1" anchor="t">
            <a:normAutofit fontScale="90000"/>
          </a:bodyPr>
          <a:lstStyle/>
          <a:p>
            <a:r>
              <a:rPr lang="en-IN" sz="2400" b="1" dirty="0"/>
              <a:t>Data Manipulation Language (DML)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7B54B2AE-B435-8FFA-2748-967B1BA9A540}"/>
              </a:ext>
            </a:extLst>
          </p:cNvPr>
          <p:cNvSpPr/>
          <p:nvPr/>
        </p:nvSpPr>
        <p:spPr>
          <a:xfrm>
            <a:off x="3288890" y="796413"/>
            <a:ext cx="5614219" cy="786581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INSERT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13470-58EE-AC05-8463-69363E358D19}"/>
              </a:ext>
            </a:extLst>
          </p:cNvPr>
          <p:cNvSpPr txBox="1"/>
          <p:nvPr/>
        </p:nvSpPr>
        <p:spPr>
          <a:xfrm>
            <a:off x="1071125" y="2404931"/>
            <a:ext cx="7561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Inserted 3 new rows into Products table.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Example products: Apple (Fruit), Carrot (Vegetable), orange (Fruit).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FEFEE0-953C-97EB-D1D1-6253AC74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25" y="4150199"/>
            <a:ext cx="10679015" cy="1286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353988-F60E-38FB-8CC5-28C19530AE41}"/>
              </a:ext>
            </a:extLst>
          </p:cNvPr>
          <p:cNvSpPr txBox="1"/>
          <p:nvPr/>
        </p:nvSpPr>
        <p:spPr>
          <a:xfrm>
            <a:off x="491613" y="412955"/>
            <a:ext cx="1140542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04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F37184-C786-3CC7-E374-BB52F0338B18}"/>
              </a:ext>
            </a:extLst>
          </p:cNvPr>
          <p:cNvSpPr txBox="1"/>
          <p:nvPr/>
        </p:nvSpPr>
        <p:spPr>
          <a:xfrm>
            <a:off x="1386348" y="1750141"/>
            <a:ext cx="7600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Updated stock for </a:t>
            </a:r>
            <a:r>
              <a:rPr lang="en-US" dirty="0" err="1"/>
              <a:t>ProductID</a:t>
            </a:r>
            <a:r>
              <a:rPr lang="en-US" dirty="0"/>
              <a:t> = P101.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Old Stock: 500 → New Stock: 600.</a:t>
            </a:r>
            <a:endParaRPr lang="en-IN" dirty="0"/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7D83AD1B-AFD3-4AAA-6EC9-02D685FE6668}"/>
              </a:ext>
            </a:extLst>
          </p:cNvPr>
          <p:cNvSpPr/>
          <p:nvPr/>
        </p:nvSpPr>
        <p:spPr>
          <a:xfrm>
            <a:off x="3200400" y="412955"/>
            <a:ext cx="5034116" cy="707923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Update</a:t>
            </a:r>
            <a:r>
              <a:rPr lang="en-IN" dirty="0"/>
              <a:t> 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DB7FA9-E7D4-3268-517A-101DE6FB9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0" y="3152651"/>
            <a:ext cx="10774279" cy="1771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B3780B-F37A-97E0-784A-569EC050A0C4}"/>
              </a:ext>
            </a:extLst>
          </p:cNvPr>
          <p:cNvSpPr txBox="1"/>
          <p:nvPr/>
        </p:nvSpPr>
        <p:spPr>
          <a:xfrm>
            <a:off x="471948" y="41295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03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979BEC96-5314-A743-BB73-70D0DF91387A}"/>
              </a:ext>
            </a:extLst>
          </p:cNvPr>
          <p:cNvSpPr/>
          <p:nvPr/>
        </p:nvSpPr>
        <p:spPr>
          <a:xfrm>
            <a:off x="3515033" y="334297"/>
            <a:ext cx="5157020" cy="845573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Delete a Supplier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307C5-5F4E-F252-820C-937216BA1EF0}"/>
              </a:ext>
            </a:extLst>
          </p:cNvPr>
          <p:cNvSpPr txBox="1"/>
          <p:nvPr/>
        </p:nvSpPr>
        <p:spPr>
          <a:xfrm>
            <a:off x="1125562" y="2086570"/>
            <a:ext cx="7020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Deleted supplier where City = </a:t>
            </a:r>
            <a:r>
              <a:rPr lang="en-IN" dirty="0" err="1"/>
              <a:t>Allenfurt</a:t>
            </a:r>
            <a:r>
              <a:rPr lang="en-IN" dirty="0"/>
              <a:t>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Example: Supplier “</a:t>
            </a:r>
            <a:r>
              <a:rPr lang="en-US" dirty="0" err="1"/>
              <a:t>FreshFoods</a:t>
            </a:r>
            <a:r>
              <a:rPr lang="en-US" dirty="0"/>
              <a:t> Pvt Ltd” removed.</a:t>
            </a:r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9412DC-072F-FD04-4189-7814CB89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62" y="3916600"/>
            <a:ext cx="9935962" cy="16766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ADC072-A22D-542E-8570-610D861A34B2}"/>
              </a:ext>
            </a:extLst>
          </p:cNvPr>
          <p:cNvSpPr txBox="1"/>
          <p:nvPr/>
        </p:nvSpPr>
        <p:spPr>
          <a:xfrm>
            <a:off x="427472" y="387751"/>
            <a:ext cx="139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849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A5092-8BA9-54E7-8A02-2F444BE2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152" y="265471"/>
            <a:ext cx="3915696" cy="344129"/>
          </a:xfrm>
        </p:spPr>
        <p:txBody>
          <a:bodyPr>
            <a:normAutofit fontScale="90000"/>
          </a:bodyPr>
          <a:lstStyle/>
          <a:p>
            <a:r>
              <a:rPr lang="en-IN" sz="2000" b="1" dirty="0"/>
              <a:t>SQL Constraints and Operators</a:t>
            </a:r>
          </a:p>
        </p:txBody>
      </p:sp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4B28337C-8D28-E89F-3F08-CB378ECD6BA0}"/>
              </a:ext>
            </a:extLst>
          </p:cNvPr>
          <p:cNvSpPr/>
          <p:nvPr/>
        </p:nvSpPr>
        <p:spPr>
          <a:xfrm>
            <a:off x="3475703" y="757084"/>
            <a:ext cx="5240594" cy="629265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WHERE</a:t>
            </a:r>
            <a:r>
              <a:rPr lang="en-IN" dirty="0"/>
              <a:t> /</a:t>
            </a:r>
            <a:r>
              <a:rPr lang="en-IN" b="1" dirty="0"/>
              <a:t>WHERE</a:t>
            </a:r>
            <a:r>
              <a:rPr lang="en-IN" dirty="0"/>
              <a:t> /</a:t>
            </a:r>
            <a:r>
              <a:rPr lang="en-IN" b="1" dirty="0"/>
              <a:t>GROUP BY/ORDER BY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92DE2-FCF0-4509-69AF-05A6B004A1FC}"/>
              </a:ext>
            </a:extLst>
          </p:cNvPr>
          <p:cNvSpPr txBox="1"/>
          <p:nvPr/>
        </p:nvSpPr>
        <p:spPr>
          <a:xfrm>
            <a:off x="1779639" y="1858748"/>
            <a:ext cx="8878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CHECK constraint → Rating must be between 1 and 5.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DEFAULT constraint → </a:t>
            </a:r>
            <a:r>
              <a:rPr lang="en-US" dirty="0" err="1"/>
              <a:t>PrimeMember</a:t>
            </a:r>
            <a:r>
              <a:rPr lang="en-US" dirty="0"/>
              <a:t> defaults to “No”.</a:t>
            </a:r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D446B1-8057-0629-8277-AD13E627E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3254477"/>
            <a:ext cx="8830907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21EAC8-1CE1-416A-ADEE-4D3820697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546" y="4843441"/>
            <a:ext cx="10183646" cy="1257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FBC003-0F49-D9A3-DE19-C96C5891D89F}"/>
              </a:ext>
            </a:extLst>
          </p:cNvPr>
          <p:cNvSpPr txBox="1"/>
          <p:nvPr/>
        </p:nvSpPr>
        <p:spPr>
          <a:xfrm>
            <a:off x="432619" y="437535"/>
            <a:ext cx="115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07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60FB1B-69E2-F8A5-8700-EA4311B0E978}"/>
              </a:ext>
            </a:extLst>
          </p:cNvPr>
          <p:cNvSpPr txBox="1"/>
          <p:nvPr/>
        </p:nvSpPr>
        <p:spPr>
          <a:xfrm>
            <a:off x="2964426" y="1555282"/>
            <a:ext cx="7615084" cy="3747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These queries combine to give </a:t>
            </a:r>
            <a:r>
              <a:rPr lang="en-US" sz="1600" b="1" dirty="0"/>
              <a:t>customer trend analysis</a:t>
            </a:r>
            <a:r>
              <a:rPr lang="en-US" sz="1600" dirty="0"/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/>
              <a:t>WHERE</a:t>
            </a:r>
            <a:r>
              <a:rPr lang="en-US" sz="1600" dirty="0"/>
              <a:t> → Recent orders → latest trends.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Insight</a:t>
            </a:r>
            <a:r>
              <a:rPr lang="en-US" sz="1600" dirty="0"/>
              <a:t>: Helps us focus on </a:t>
            </a:r>
            <a:r>
              <a:rPr lang="en-US" sz="1600" b="1" dirty="0"/>
              <a:t>latest sales trends</a:t>
            </a:r>
            <a:r>
              <a:rPr lang="en-US" sz="1600" dirty="0"/>
              <a:t> instead of old data.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/>
              <a:t>HAVING</a:t>
            </a:r>
            <a:r>
              <a:rPr lang="en-US" sz="1600" dirty="0"/>
              <a:t> → Highly rated products → customer satisfaction.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Insight</a:t>
            </a:r>
            <a:r>
              <a:rPr lang="en-US" sz="1600" dirty="0"/>
              <a:t>: Identifies </a:t>
            </a:r>
            <a:r>
              <a:rPr lang="en-US" sz="1600" b="1" dirty="0"/>
              <a:t>customer favorites</a:t>
            </a:r>
            <a:r>
              <a:rPr lang="en-US" sz="1600" dirty="0"/>
              <a:t> → useful for promotions, recommendations.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/>
              <a:t>GROUP BY + ORDER BY</a:t>
            </a:r>
            <a:r>
              <a:rPr lang="en-US" sz="1600" dirty="0"/>
              <a:t> → Best-sellers → revenue drivers.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Insight</a:t>
            </a:r>
            <a:r>
              <a:rPr lang="en-US" sz="1600" dirty="0"/>
              <a:t>: Reveals </a:t>
            </a:r>
            <a:r>
              <a:rPr lang="en-US" sz="1600" b="1" dirty="0"/>
              <a:t>best-selling products</a:t>
            </a:r>
            <a:r>
              <a:rPr lang="en-US" sz="1600" dirty="0"/>
              <a:t> → useful for stock management &amp; business strategy.</a:t>
            </a:r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5C6B2335-C353-88C1-9052-7419D8B1032D}"/>
              </a:ext>
            </a:extLst>
          </p:cNvPr>
          <p:cNvSpPr/>
          <p:nvPr/>
        </p:nvSpPr>
        <p:spPr>
          <a:xfrm>
            <a:off x="3210232" y="176981"/>
            <a:ext cx="5771535" cy="76691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Clauses and Aggregations</a:t>
            </a:r>
            <a:endParaRPr lang="en-IN" sz="2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A39220F-B38A-D193-1041-EF0B2DD52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5304FC-7E61-FF1F-DC23-A35DC3924FC3}"/>
              </a:ext>
            </a:extLst>
          </p:cNvPr>
          <p:cNvSpPr txBox="1"/>
          <p:nvPr/>
        </p:nvSpPr>
        <p:spPr>
          <a:xfrm>
            <a:off x="619432" y="375773"/>
            <a:ext cx="9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986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E564B-69D0-F458-DC32-546CD3E5365A}"/>
              </a:ext>
            </a:extLst>
          </p:cNvPr>
          <p:cNvSpPr txBox="1"/>
          <p:nvPr/>
        </p:nvSpPr>
        <p:spPr>
          <a:xfrm>
            <a:off x="3226752" y="1850101"/>
            <a:ext cx="7344697" cy="378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Calculated spending per customer.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Insight</a:t>
            </a:r>
            <a:r>
              <a:rPr lang="en-US" dirty="0"/>
              <a:t>: Shows each customer’s contribution to revenue.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Ranked customers by total spending.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Insight</a:t>
            </a:r>
            <a:r>
              <a:rPr lang="en-US" dirty="0"/>
              <a:t>: Reveals the </a:t>
            </a:r>
            <a:r>
              <a:rPr lang="en-US" b="1" dirty="0"/>
              <a:t>most valuable customers</a:t>
            </a:r>
            <a:r>
              <a:rPr lang="en-US" dirty="0"/>
              <a:t> to the business.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Identified customers with &gt; ₹5,000 spend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Insight</a:t>
            </a:r>
            <a:r>
              <a:rPr lang="en-US" dirty="0"/>
              <a:t>: Helps Amazon Fresh create </a:t>
            </a:r>
            <a:r>
              <a:rPr lang="en-US" b="1" dirty="0"/>
              <a:t>loyalty programs, discounts, or premium services</a:t>
            </a:r>
            <a:r>
              <a:rPr lang="en-US" dirty="0"/>
              <a:t> for high-value customers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3AEA4A-471F-CB67-CE7F-D79DC6358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Scroll: Horizontal 10">
            <a:extLst>
              <a:ext uri="{FF2B5EF4-FFF2-40B4-BE49-F238E27FC236}">
                <a16:creationId xmlns:a16="http://schemas.microsoft.com/office/drawing/2014/main" id="{F7B628B6-56DB-8279-A169-B3508E781CDC}"/>
              </a:ext>
            </a:extLst>
          </p:cNvPr>
          <p:cNvSpPr/>
          <p:nvPr/>
        </p:nvSpPr>
        <p:spPr>
          <a:xfrm>
            <a:off x="3226752" y="432619"/>
            <a:ext cx="5738495" cy="875071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Identifying High-Value Customers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852A70-A05D-0D37-8AAA-1CF28873BED5}"/>
              </a:ext>
            </a:extLst>
          </p:cNvPr>
          <p:cNvSpPr txBox="1"/>
          <p:nvPr/>
        </p:nvSpPr>
        <p:spPr>
          <a:xfrm>
            <a:off x="442453" y="511277"/>
            <a:ext cx="9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673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FCA20BFA-9630-74CF-E2C5-BE5890BCFE09}"/>
              </a:ext>
            </a:extLst>
          </p:cNvPr>
          <p:cNvSpPr/>
          <p:nvPr/>
        </p:nvSpPr>
        <p:spPr>
          <a:xfrm>
            <a:off x="3549445" y="127817"/>
            <a:ext cx="5093109" cy="776749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2400" dirty="0"/>
              <a:t>Complex Aggregations and Joins</a:t>
            </a:r>
          </a:p>
          <a:p>
            <a:pPr algn="ctr"/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B03FE-4919-4EF1-90FD-D5A313C1ABC2}"/>
              </a:ext>
            </a:extLst>
          </p:cNvPr>
          <p:cNvSpPr txBox="1"/>
          <p:nvPr/>
        </p:nvSpPr>
        <p:spPr>
          <a:xfrm>
            <a:off x="2998839" y="1951672"/>
            <a:ext cx="81509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Joined </a:t>
            </a:r>
            <a:r>
              <a:rPr lang="en-US" altLang="en-US" b="1" dirty="0">
                <a:latin typeface="Arial" panose="020B0604020202020204" pitchFamily="34" charset="0"/>
              </a:rPr>
              <a:t>Orders + </a:t>
            </a:r>
            <a:r>
              <a:rPr lang="en-US" altLang="en-US" b="1" dirty="0" err="1">
                <a:latin typeface="Arial" panose="020B0604020202020204" pitchFamily="34" charset="0"/>
              </a:rPr>
              <a:t>OrderDetails</a:t>
            </a:r>
            <a:r>
              <a:rPr lang="en-US" altLang="en-US" dirty="0">
                <a:latin typeface="Arial" panose="020B0604020202020204" pitchFamily="34" charset="0"/>
              </a:rPr>
              <a:t> → calculated revenue per order.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Found customers with </a:t>
            </a:r>
            <a:r>
              <a:rPr lang="en-US" altLang="en-US" b="1" dirty="0">
                <a:latin typeface="Arial" panose="020B0604020202020204" pitchFamily="34" charset="0"/>
              </a:rPr>
              <a:t>most orders (Jan–Mar 2024)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Identified supplier with </a:t>
            </a:r>
            <a:r>
              <a:rPr lang="en-US" altLang="en-US" b="1" dirty="0">
                <a:latin typeface="Arial" panose="020B0604020202020204" pitchFamily="34" charset="0"/>
              </a:rPr>
              <a:t>highest stock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1B27AB-A55E-570E-AFBD-0A82113CE300}"/>
              </a:ext>
            </a:extLst>
          </p:cNvPr>
          <p:cNvSpPr txBox="1"/>
          <p:nvPr/>
        </p:nvSpPr>
        <p:spPr>
          <a:xfrm>
            <a:off x="599768" y="316779"/>
            <a:ext cx="138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80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725D8C06-C5F4-8AB1-5BC1-42631D728B84}"/>
              </a:ext>
            </a:extLst>
          </p:cNvPr>
          <p:cNvSpPr/>
          <p:nvPr/>
        </p:nvSpPr>
        <p:spPr>
          <a:xfrm>
            <a:off x="3559277" y="88490"/>
            <a:ext cx="5073445" cy="845575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Normalization (3NF)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39370-B2D5-9E34-EE03-B72AD048E34E}"/>
              </a:ext>
            </a:extLst>
          </p:cNvPr>
          <p:cNvSpPr txBox="1"/>
          <p:nvPr/>
        </p:nvSpPr>
        <p:spPr>
          <a:xfrm>
            <a:off x="2418733" y="1925031"/>
            <a:ext cx="73545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Split </a:t>
            </a:r>
            <a:r>
              <a:rPr lang="en-US" altLang="en-US" b="1" dirty="0">
                <a:latin typeface="Arial" panose="020B0604020202020204" pitchFamily="34" charset="0"/>
              </a:rPr>
              <a:t>Products</a:t>
            </a:r>
            <a:r>
              <a:rPr lang="en-US" altLang="en-US" dirty="0">
                <a:latin typeface="Arial" panose="020B0604020202020204" pitchFamily="34" charset="0"/>
              </a:rPr>
              <a:t> table into </a:t>
            </a:r>
            <a:r>
              <a:rPr lang="en-US" altLang="en-US" b="1" dirty="0">
                <a:latin typeface="Arial" panose="020B0604020202020204" pitchFamily="34" charset="0"/>
              </a:rPr>
              <a:t>Products, Categories, Subcategories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Removed duplicate/redundant data.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Linked tables using </a:t>
            </a:r>
            <a:r>
              <a:rPr lang="en-US" altLang="en-US" b="1" dirty="0">
                <a:latin typeface="Arial" panose="020B0604020202020204" pitchFamily="34" charset="0"/>
              </a:rPr>
              <a:t>Foreign Keys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41756B-C1E4-B79B-BE5D-7374AD6B135B}"/>
              </a:ext>
            </a:extLst>
          </p:cNvPr>
          <p:cNvSpPr txBox="1"/>
          <p:nvPr/>
        </p:nvSpPr>
        <p:spPr>
          <a:xfrm>
            <a:off x="1868127" y="4670323"/>
            <a:ext cx="845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NOTES: </a:t>
            </a:r>
          </a:p>
          <a:p>
            <a:r>
              <a:rPr lang="en-US" i="1" dirty="0"/>
              <a:t>“After normalization, Category and </a:t>
            </a:r>
            <a:r>
              <a:rPr lang="en-US" i="1" dirty="0" err="1"/>
              <a:t>SubCategory</a:t>
            </a:r>
            <a:r>
              <a:rPr lang="en-US" i="1" dirty="0"/>
              <a:t> are moved into separate tables, and the old columns are no longer used in the Products table.”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C8A2B-83A5-1493-5B0D-15B96BD17568}"/>
              </a:ext>
            </a:extLst>
          </p:cNvPr>
          <p:cNvSpPr txBox="1"/>
          <p:nvPr/>
        </p:nvSpPr>
        <p:spPr>
          <a:xfrm>
            <a:off x="766916" y="326611"/>
            <a:ext cx="98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019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croll: Horizontal 2">
            <a:extLst>
              <a:ext uri="{FF2B5EF4-FFF2-40B4-BE49-F238E27FC236}">
                <a16:creationId xmlns:a16="http://schemas.microsoft.com/office/drawing/2014/main" id="{92BD3FB2-D4E7-23D2-C69B-913E39AEA4E4}"/>
              </a:ext>
            </a:extLst>
          </p:cNvPr>
          <p:cNvSpPr/>
          <p:nvPr/>
        </p:nvSpPr>
        <p:spPr>
          <a:xfrm>
            <a:off x="3239729" y="127819"/>
            <a:ext cx="5712542" cy="845575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Subqueries &amp; Nested 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F5084-CBD7-E07B-7620-3FDE938628BC}"/>
              </a:ext>
            </a:extLst>
          </p:cNvPr>
          <p:cNvSpPr txBox="1"/>
          <p:nvPr/>
        </p:nvSpPr>
        <p:spPr>
          <a:xfrm>
            <a:off x="3082413" y="1720645"/>
            <a:ext cx="57125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Found </a:t>
            </a:r>
            <a:r>
              <a:rPr lang="en-US" altLang="en-US" b="1" dirty="0">
                <a:latin typeface="Arial" panose="020B0604020202020204" pitchFamily="34" charset="0"/>
              </a:rPr>
              <a:t>Top 3 products</a:t>
            </a:r>
            <a:r>
              <a:rPr lang="en-US" altLang="en-US" dirty="0">
                <a:latin typeface="Arial" panose="020B0604020202020204" pitchFamily="34" charset="0"/>
              </a:rPr>
              <a:t> by sales revenue.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Identified </a:t>
            </a:r>
            <a:r>
              <a:rPr lang="en-US" altLang="en-US" b="1" dirty="0">
                <a:latin typeface="Arial" panose="020B0604020202020204" pitchFamily="34" charset="0"/>
              </a:rPr>
              <a:t>customers with no orders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IN" dirty="0"/>
              <a:t>Insights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Shows </a:t>
            </a:r>
            <a:r>
              <a:rPr lang="en-US" altLang="en-US" b="1" dirty="0">
                <a:latin typeface="Arial" panose="020B0604020202020204" pitchFamily="34" charset="0"/>
              </a:rPr>
              <a:t>best-selling products</a:t>
            </a:r>
            <a:r>
              <a:rPr lang="en-US" altLang="en-US" dirty="0">
                <a:latin typeface="Arial" panose="020B0604020202020204" pitchFamily="34" charset="0"/>
              </a:rPr>
              <a:t> for promotions.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Helps target </a:t>
            </a:r>
            <a:r>
              <a:rPr lang="en-US" altLang="en-US" b="1" dirty="0">
                <a:latin typeface="Arial" panose="020B0604020202020204" pitchFamily="34" charset="0"/>
              </a:rPr>
              <a:t>inactive customers</a:t>
            </a:r>
            <a:r>
              <a:rPr lang="en-US" altLang="en-US" dirty="0">
                <a:latin typeface="Arial" panose="020B0604020202020204" pitchFamily="34" charset="0"/>
              </a:rPr>
              <a:t> with offers.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IN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4CF5C-4653-D643-6901-E95CB10EA3DC}"/>
              </a:ext>
            </a:extLst>
          </p:cNvPr>
          <p:cNvSpPr txBox="1"/>
          <p:nvPr/>
        </p:nvSpPr>
        <p:spPr>
          <a:xfrm>
            <a:off x="383458" y="452284"/>
            <a:ext cx="103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13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095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998AFA8B-8102-0690-C951-57788E3A2880}"/>
              </a:ext>
            </a:extLst>
          </p:cNvPr>
          <p:cNvSpPr/>
          <p:nvPr/>
        </p:nvSpPr>
        <p:spPr>
          <a:xfrm>
            <a:off x="3711677" y="285136"/>
            <a:ext cx="4768645" cy="698090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b="1" dirty="0"/>
              <a:t>Real-World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C00A4A-505B-F85C-2C26-5159953B2CAB}"/>
              </a:ext>
            </a:extLst>
          </p:cNvPr>
          <p:cNvSpPr txBox="1"/>
          <p:nvPr/>
        </p:nvSpPr>
        <p:spPr>
          <a:xfrm>
            <a:off x="2649793" y="1730476"/>
            <a:ext cx="689241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Found cities with </a:t>
            </a:r>
            <a:r>
              <a:rPr lang="en-US" altLang="en-US" b="1" dirty="0">
                <a:latin typeface="Arial" panose="020B0604020202020204" pitchFamily="34" charset="0"/>
              </a:rPr>
              <a:t>highest Prime members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Identified </a:t>
            </a:r>
            <a:r>
              <a:rPr lang="en-US" altLang="en-US" b="1" dirty="0">
                <a:latin typeface="Arial" panose="020B0604020202020204" pitchFamily="34" charset="0"/>
              </a:rPr>
              <a:t>Top 3 ordered categories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IN" dirty="0"/>
              <a:t>Insights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IN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Prime members are concentrated in </a:t>
            </a:r>
            <a:r>
              <a:rPr lang="en-US" altLang="en-US" b="1" dirty="0">
                <a:latin typeface="Arial" panose="020B0604020202020204" pitchFamily="34" charset="0"/>
              </a:rPr>
              <a:t>major cities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b="1" dirty="0">
                <a:latin typeface="Arial" panose="020B0604020202020204" pitchFamily="34" charset="0"/>
              </a:rPr>
              <a:t>Fruits, Meat, Snacks</a:t>
            </a:r>
            <a:r>
              <a:rPr lang="en-US" altLang="en-US" dirty="0">
                <a:latin typeface="Arial" panose="020B0604020202020204" pitchFamily="34" charset="0"/>
              </a:rPr>
              <a:t> are most frequently ordered.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IN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IN" altLang="en-US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697EE-F106-A8DB-5EE3-81C16107191A}"/>
              </a:ext>
            </a:extLst>
          </p:cNvPr>
          <p:cNvSpPr txBox="1"/>
          <p:nvPr/>
        </p:nvSpPr>
        <p:spPr>
          <a:xfrm>
            <a:off x="432619" y="462116"/>
            <a:ext cx="115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TASK 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072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E80C59-FAE0-9575-CBD0-C3B1E8AEC88D}"/>
              </a:ext>
            </a:extLst>
          </p:cNvPr>
          <p:cNvSpPr txBox="1"/>
          <p:nvPr/>
        </p:nvSpPr>
        <p:spPr>
          <a:xfrm>
            <a:off x="3156154" y="2828835"/>
            <a:ext cx="5879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19705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1053</TotalTime>
  <Words>588</Words>
  <Application>Microsoft Office PowerPoint</Application>
  <PresentationFormat>Widescreen</PresentationFormat>
  <Paragraphs>118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Arial Rounded MT Bold</vt:lpstr>
      <vt:lpstr>Calibri</vt:lpstr>
      <vt:lpstr>Calibri Light</vt:lpstr>
      <vt:lpstr>Wingdings</vt:lpstr>
      <vt:lpstr>Celestial</vt:lpstr>
      <vt:lpstr>Amazon Fresh Analytics</vt:lpstr>
      <vt:lpstr>PowerPoint Presentation</vt:lpstr>
      <vt:lpstr>PowerPoint Presentation</vt:lpstr>
      <vt:lpstr>PowerPoint Presentation</vt:lpstr>
      <vt:lpstr>Data Definition Language (DDL) and Constraints</vt:lpstr>
      <vt:lpstr>Data Manipulation Language (DML) </vt:lpstr>
      <vt:lpstr>PowerPoint Presentation</vt:lpstr>
      <vt:lpstr>PowerPoint Presentation</vt:lpstr>
      <vt:lpstr>SQL Constraints and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DOMINIC ERICSON A</dc:creator>
  <cp:lastModifiedBy>DOMINIC ERICSON A</cp:lastModifiedBy>
  <cp:revision>1</cp:revision>
  <dcterms:created xsi:type="dcterms:W3CDTF">2025-09-09T10:18:43Z</dcterms:created>
  <dcterms:modified xsi:type="dcterms:W3CDTF">2025-09-12T06:13:06Z</dcterms:modified>
</cp:coreProperties>
</file>