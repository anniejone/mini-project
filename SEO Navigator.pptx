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D2FA"/>
    <a:srgbClr val="D5F7FF"/>
    <a:srgbClr val="B7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39E26D-D870-429A-98D4-FEA846465EBD}" v="144" dt="2025-11-06T19:07:58.020"/>
  </p1510:revLst>
</p1510:revInfo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ERICSON A" userId="4bc43f114a012ffa" providerId="LiveId" clId="{46380805-AB1C-48D4-B920-A84CB1DCA5BA}"/>
    <pc:docChg chg="undo custSel addSld delSld modSld sldOrd">
      <pc:chgData name="DOMINIC ERICSON A" userId="4bc43f114a012ffa" providerId="LiveId" clId="{46380805-AB1C-48D4-B920-A84CB1DCA5BA}" dt="2025-11-07T06:07:45.476" v="648" actId="20577"/>
      <pc:docMkLst>
        <pc:docMk/>
      </pc:docMkLst>
      <pc:sldChg chg="addSp delSp modSp mod">
        <pc:chgData name="DOMINIC ERICSON A" userId="4bc43f114a012ffa" providerId="LiveId" clId="{46380805-AB1C-48D4-B920-A84CB1DCA5BA}" dt="2025-11-03T18:28:12.366" v="10" actId="1076"/>
        <pc:sldMkLst>
          <pc:docMk/>
          <pc:sldMk cId="1081612903" sldId="259"/>
        </pc:sldMkLst>
        <pc:spChg chg="add mod">
          <ac:chgData name="DOMINIC ERICSON A" userId="4bc43f114a012ffa" providerId="LiveId" clId="{46380805-AB1C-48D4-B920-A84CB1DCA5BA}" dt="2025-11-03T18:28:12.366" v="10" actId="1076"/>
          <ac:spMkLst>
            <pc:docMk/>
            <pc:sldMk cId="1081612903" sldId="259"/>
            <ac:spMk id="5" creationId="{5B4C23BB-3578-B465-F5AF-DD0C15B94BEC}"/>
          </ac:spMkLst>
        </pc:spChg>
      </pc:sldChg>
      <pc:sldChg chg="addSp delSp modSp add mod">
        <pc:chgData name="DOMINIC ERICSON A" userId="4bc43f114a012ffa" providerId="LiveId" clId="{46380805-AB1C-48D4-B920-A84CB1DCA5BA}" dt="2025-11-03T18:38:58.621" v="75" actId="13238"/>
        <pc:sldMkLst>
          <pc:docMk/>
          <pc:sldMk cId="3845786471" sldId="260"/>
        </pc:sldMkLst>
        <pc:spChg chg="mod">
          <ac:chgData name="DOMINIC ERICSON A" userId="4bc43f114a012ffa" providerId="LiveId" clId="{46380805-AB1C-48D4-B920-A84CB1DCA5BA}" dt="2025-11-03T18:34:31.972" v="48" actId="20577"/>
          <ac:spMkLst>
            <pc:docMk/>
            <pc:sldMk cId="3845786471" sldId="260"/>
            <ac:spMk id="2" creationId="{0B15C8CC-21CF-448D-82B1-A671DE3D8D32}"/>
          </ac:spMkLst>
        </pc:spChg>
        <pc:spChg chg="mod">
          <ac:chgData name="DOMINIC ERICSON A" userId="4bc43f114a012ffa" providerId="LiveId" clId="{46380805-AB1C-48D4-B920-A84CB1DCA5BA}" dt="2025-11-03T18:31:18.014" v="33" actId="123"/>
          <ac:spMkLst>
            <pc:docMk/>
            <pc:sldMk cId="3845786471" sldId="260"/>
            <ac:spMk id="4" creationId="{927840BA-ADB6-1346-C9EB-338DD8238805}"/>
          </ac:spMkLst>
        </pc:spChg>
        <pc:graphicFrameChg chg="add mod modGraphic">
          <ac:chgData name="DOMINIC ERICSON A" userId="4bc43f114a012ffa" providerId="LiveId" clId="{46380805-AB1C-48D4-B920-A84CB1DCA5BA}" dt="2025-11-03T18:38:58.621" v="75" actId="13238"/>
          <ac:graphicFrameMkLst>
            <pc:docMk/>
            <pc:sldMk cId="3845786471" sldId="260"/>
            <ac:graphicFrameMk id="6" creationId="{1A950ABA-0D3F-B114-0578-B04ACFBA33E0}"/>
          </ac:graphicFrameMkLst>
        </pc:graphicFrameChg>
      </pc:sldChg>
      <pc:sldChg chg="addSp delSp modSp add mod">
        <pc:chgData name="DOMINIC ERICSON A" userId="4bc43f114a012ffa" providerId="LiveId" clId="{46380805-AB1C-48D4-B920-A84CB1DCA5BA}" dt="2025-11-03T18:38:45.041" v="74" actId="13238"/>
        <pc:sldMkLst>
          <pc:docMk/>
          <pc:sldMk cId="1927121971" sldId="261"/>
        </pc:sldMkLst>
        <pc:spChg chg="mod">
          <ac:chgData name="DOMINIC ERICSON A" userId="4bc43f114a012ffa" providerId="LiveId" clId="{46380805-AB1C-48D4-B920-A84CB1DCA5BA}" dt="2025-11-03T18:35:09.372" v="54" actId="20577"/>
          <ac:spMkLst>
            <pc:docMk/>
            <pc:sldMk cId="1927121971" sldId="261"/>
            <ac:spMk id="2" creationId="{5079FEE4-531B-2346-BA15-A5B90F3F8116}"/>
          </ac:spMkLst>
        </pc:spChg>
        <pc:graphicFrameChg chg="add mod modGraphic">
          <ac:chgData name="DOMINIC ERICSON A" userId="4bc43f114a012ffa" providerId="LiveId" clId="{46380805-AB1C-48D4-B920-A84CB1DCA5BA}" dt="2025-11-03T18:38:45.041" v="74" actId="13238"/>
          <ac:graphicFrameMkLst>
            <pc:docMk/>
            <pc:sldMk cId="1927121971" sldId="261"/>
            <ac:graphicFrameMk id="7" creationId="{92E8E81A-06F9-F8BE-9E50-852D7D8DD485}"/>
          </ac:graphicFrameMkLst>
        </pc:graphicFrameChg>
      </pc:sldChg>
      <pc:sldChg chg="addSp delSp modSp add mod">
        <pc:chgData name="DOMINIC ERICSON A" userId="4bc43f114a012ffa" providerId="LiveId" clId="{46380805-AB1C-48D4-B920-A84CB1DCA5BA}" dt="2025-11-04T19:23:06.376" v="137" actId="1076"/>
        <pc:sldMkLst>
          <pc:docMk/>
          <pc:sldMk cId="897825215" sldId="262"/>
        </pc:sldMkLst>
        <pc:spChg chg="mod">
          <ac:chgData name="DOMINIC ERICSON A" userId="4bc43f114a012ffa" providerId="LiveId" clId="{46380805-AB1C-48D4-B920-A84CB1DCA5BA}" dt="2025-11-04T19:23:06.376" v="137" actId="1076"/>
          <ac:spMkLst>
            <pc:docMk/>
            <pc:sldMk cId="897825215" sldId="262"/>
            <ac:spMk id="2" creationId="{DE7AB7CB-C594-D676-137F-6ECD80A81F95}"/>
          </ac:spMkLst>
        </pc:spChg>
        <pc:graphicFrameChg chg="add mod modGraphic">
          <ac:chgData name="DOMINIC ERICSON A" userId="4bc43f114a012ffa" providerId="LiveId" clId="{46380805-AB1C-48D4-B920-A84CB1DCA5BA}" dt="2025-11-04T19:22:34.012" v="132" actId="1076"/>
          <ac:graphicFrameMkLst>
            <pc:docMk/>
            <pc:sldMk cId="897825215" sldId="262"/>
            <ac:graphicFrameMk id="6" creationId="{6F16CDD9-86FB-F356-1F92-CCB3254677D8}"/>
          </ac:graphicFrameMkLst>
        </pc:graphicFrameChg>
        <pc:graphicFrameChg chg="add mod">
          <ac:chgData name="DOMINIC ERICSON A" userId="4bc43f114a012ffa" providerId="LiveId" clId="{46380805-AB1C-48D4-B920-A84CB1DCA5BA}" dt="2025-11-04T19:22:22.993" v="130" actId="14100"/>
          <ac:graphicFrameMkLst>
            <pc:docMk/>
            <pc:sldMk cId="897825215" sldId="262"/>
            <ac:graphicFrameMk id="13" creationId="{9ACE6A3C-B451-D16D-0052-DB322D1164D7}"/>
          </ac:graphicFrameMkLst>
        </pc:graphicFrameChg>
      </pc:sldChg>
      <pc:sldChg chg="addSp delSp modSp add mod">
        <pc:chgData name="DOMINIC ERICSON A" userId="4bc43f114a012ffa" providerId="LiveId" clId="{46380805-AB1C-48D4-B920-A84CB1DCA5BA}" dt="2025-11-04T19:26:16.979" v="147" actId="1076"/>
        <pc:sldMkLst>
          <pc:docMk/>
          <pc:sldMk cId="3551297846" sldId="263"/>
        </pc:sldMkLst>
        <pc:graphicFrameChg chg="add mod modGraphic">
          <ac:chgData name="DOMINIC ERICSON A" userId="4bc43f114a012ffa" providerId="LiveId" clId="{46380805-AB1C-48D4-B920-A84CB1DCA5BA}" dt="2025-11-04T19:26:16.979" v="147" actId="1076"/>
          <ac:graphicFrameMkLst>
            <pc:docMk/>
            <pc:sldMk cId="3551297846" sldId="263"/>
            <ac:graphicFrameMk id="7" creationId="{359A0104-6041-A69C-7B40-A006FCF914F8}"/>
          </ac:graphicFrameMkLst>
        </pc:graphicFrameChg>
      </pc:sldChg>
      <pc:sldChg chg="addSp delSp modSp add mod ord">
        <pc:chgData name="DOMINIC ERICSON A" userId="4bc43f114a012ffa" providerId="LiveId" clId="{46380805-AB1C-48D4-B920-A84CB1DCA5BA}" dt="2025-11-04T19:55:22.859" v="262" actId="20577"/>
        <pc:sldMkLst>
          <pc:docMk/>
          <pc:sldMk cId="4109463039" sldId="265"/>
        </pc:sldMkLst>
        <pc:spChg chg="mod">
          <ac:chgData name="DOMINIC ERICSON A" userId="4bc43f114a012ffa" providerId="LiveId" clId="{46380805-AB1C-48D4-B920-A84CB1DCA5BA}" dt="2025-11-04T19:44:39.723" v="174" actId="1076"/>
          <ac:spMkLst>
            <pc:docMk/>
            <pc:sldMk cId="4109463039" sldId="265"/>
            <ac:spMk id="2" creationId="{02A9C31B-7897-861B-9612-33A2F5A9CAF9}"/>
          </ac:spMkLst>
        </pc:spChg>
        <pc:spChg chg="mod">
          <ac:chgData name="DOMINIC ERICSON A" userId="4bc43f114a012ffa" providerId="LiveId" clId="{46380805-AB1C-48D4-B920-A84CB1DCA5BA}" dt="2025-11-04T19:49:15.147" v="214" actId="12"/>
          <ac:spMkLst>
            <pc:docMk/>
            <pc:sldMk cId="4109463039" sldId="265"/>
            <ac:spMk id="3" creationId="{C977FFB6-8FED-DAF6-C9E9-5C9BC5B0FDB7}"/>
          </ac:spMkLst>
        </pc:spChg>
        <pc:spChg chg="add mod">
          <ac:chgData name="DOMINIC ERICSON A" userId="4bc43f114a012ffa" providerId="LiveId" clId="{46380805-AB1C-48D4-B920-A84CB1DCA5BA}" dt="2025-11-04T19:55:22.859" v="262" actId="20577"/>
          <ac:spMkLst>
            <pc:docMk/>
            <pc:sldMk cId="4109463039" sldId="265"/>
            <ac:spMk id="7" creationId="{50F8B57A-67B3-EB7B-4E75-077F5093693F}"/>
          </ac:spMkLst>
        </pc:spChg>
      </pc:sldChg>
      <pc:sldChg chg="modSp add mod">
        <pc:chgData name="DOMINIC ERICSON A" userId="4bc43f114a012ffa" providerId="LiveId" clId="{46380805-AB1C-48D4-B920-A84CB1DCA5BA}" dt="2025-11-04T19:55:27.695" v="264" actId="20577"/>
        <pc:sldMkLst>
          <pc:docMk/>
          <pc:sldMk cId="1256280164" sldId="266"/>
        </pc:sldMkLst>
        <pc:spChg chg="mod">
          <ac:chgData name="DOMINIC ERICSON A" userId="4bc43f114a012ffa" providerId="LiveId" clId="{46380805-AB1C-48D4-B920-A84CB1DCA5BA}" dt="2025-11-04T19:50:56.260" v="231" actId="1076"/>
          <ac:spMkLst>
            <pc:docMk/>
            <pc:sldMk cId="1256280164" sldId="266"/>
            <ac:spMk id="3" creationId="{857AE2E6-DE62-AB9C-65C1-C278E8D588FE}"/>
          </ac:spMkLst>
        </pc:spChg>
        <pc:spChg chg="mod">
          <ac:chgData name="DOMINIC ERICSON A" userId="4bc43f114a012ffa" providerId="LiveId" clId="{46380805-AB1C-48D4-B920-A84CB1DCA5BA}" dt="2025-11-04T19:55:27.695" v="264" actId="20577"/>
          <ac:spMkLst>
            <pc:docMk/>
            <pc:sldMk cId="1256280164" sldId="266"/>
            <ac:spMk id="7" creationId="{7528C685-0214-F2D7-615B-28EA568C8E38}"/>
          </ac:spMkLst>
        </pc:spChg>
      </pc:sldChg>
      <pc:sldChg chg="modSp add mod">
        <pc:chgData name="DOMINIC ERICSON A" userId="4bc43f114a012ffa" providerId="LiveId" clId="{46380805-AB1C-48D4-B920-A84CB1DCA5BA}" dt="2025-11-04T19:55:35.051" v="266" actId="20577"/>
        <pc:sldMkLst>
          <pc:docMk/>
          <pc:sldMk cId="1460996814" sldId="267"/>
        </pc:sldMkLst>
        <pc:spChg chg="mod">
          <ac:chgData name="DOMINIC ERICSON A" userId="4bc43f114a012ffa" providerId="LiveId" clId="{46380805-AB1C-48D4-B920-A84CB1DCA5BA}" dt="2025-11-04T19:52:12.409" v="239" actId="1076"/>
          <ac:spMkLst>
            <pc:docMk/>
            <pc:sldMk cId="1460996814" sldId="267"/>
            <ac:spMk id="3" creationId="{2560936C-5C67-840B-814B-E94699422BDA}"/>
          </ac:spMkLst>
        </pc:spChg>
        <pc:spChg chg="mod">
          <ac:chgData name="DOMINIC ERICSON A" userId="4bc43f114a012ffa" providerId="LiveId" clId="{46380805-AB1C-48D4-B920-A84CB1DCA5BA}" dt="2025-11-04T19:55:35.051" v="266" actId="20577"/>
          <ac:spMkLst>
            <pc:docMk/>
            <pc:sldMk cId="1460996814" sldId="267"/>
            <ac:spMk id="7" creationId="{82C63176-D24A-DA3E-A2A8-B12DF4C5D7FA}"/>
          </ac:spMkLst>
        </pc:spChg>
      </pc:sldChg>
      <pc:sldChg chg="addSp delSp modSp add mod">
        <pc:chgData name="DOMINIC ERICSON A" userId="4bc43f114a012ffa" providerId="LiveId" clId="{46380805-AB1C-48D4-B920-A84CB1DCA5BA}" dt="2025-11-04T19:55:48.527" v="268" actId="20577"/>
        <pc:sldMkLst>
          <pc:docMk/>
          <pc:sldMk cId="1137940954" sldId="268"/>
        </pc:sldMkLst>
        <pc:spChg chg="mod">
          <ac:chgData name="DOMINIC ERICSON A" userId="4bc43f114a012ffa" providerId="LiveId" clId="{46380805-AB1C-48D4-B920-A84CB1DCA5BA}" dt="2025-11-04T19:55:48.527" v="268" actId="20577"/>
          <ac:spMkLst>
            <pc:docMk/>
            <pc:sldMk cId="1137940954" sldId="268"/>
            <ac:spMk id="7" creationId="{B8B7D72F-8607-98C9-F30C-DC8E4A47BC6E}"/>
          </ac:spMkLst>
        </pc:spChg>
        <pc:spChg chg="add mod">
          <ac:chgData name="DOMINIC ERICSON A" userId="4bc43f114a012ffa" providerId="LiveId" clId="{46380805-AB1C-48D4-B920-A84CB1DCA5BA}" dt="2025-11-04T19:54:43.538" v="259" actId="1076"/>
          <ac:spMkLst>
            <pc:docMk/>
            <pc:sldMk cId="1137940954" sldId="268"/>
            <ac:spMk id="8" creationId="{C63AC9CE-EFCE-6433-72E4-B321EB03B873}"/>
          </ac:spMkLst>
        </pc:spChg>
        <pc:graphicFrameChg chg="add mod modGraphic">
          <ac:chgData name="DOMINIC ERICSON A" userId="4bc43f114a012ffa" providerId="LiveId" clId="{46380805-AB1C-48D4-B920-A84CB1DCA5BA}" dt="2025-11-04T19:54:24.323" v="253" actId="1076"/>
          <ac:graphicFrameMkLst>
            <pc:docMk/>
            <pc:sldMk cId="1137940954" sldId="268"/>
            <ac:graphicFrameMk id="6" creationId="{CCD58BA0-BB8F-FDFE-0586-4A6742814EEA}"/>
          </ac:graphicFrameMkLst>
        </pc:graphicFrameChg>
      </pc:sldChg>
      <pc:sldChg chg="addSp delSp modSp add mod ord">
        <pc:chgData name="DOMINIC ERICSON A" userId="4bc43f114a012ffa" providerId="LiveId" clId="{46380805-AB1C-48D4-B920-A84CB1DCA5BA}" dt="2025-11-05T18:32:04.013" v="290" actId="1076"/>
        <pc:sldMkLst>
          <pc:docMk/>
          <pc:sldMk cId="801816064" sldId="269"/>
        </pc:sldMkLst>
        <pc:spChg chg="mod">
          <ac:chgData name="DOMINIC ERICSON A" userId="4bc43f114a012ffa" providerId="LiveId" clId="{46380805-AB1C-48D4-B920-A84CB1DCA5BA}" dt="2025-11-05T18:30:38.367" v="284" actId="6549"/>
          <ac:spMkLst>
            <pc:docMk/>
            <pc:sldMk cId="801816064" sldId="269"/>
            <ac:spMk id="2" creationId="{0B52A7A0-4CF3-03D3-A00C-3644494D7501}"/>
          </ac:spMkLst>
        </pc:spChg>
        <pc:spChg chg="mod">
          <ac:chgData name="DOMINIC ERICSON A" userId="4bc43f114a012ffa" providerId="LiveId" clId="{46380805-AB1C-48D4-B920-A84CB1DCA5BA}" dt="2025-11-05T18:21:13.690" v="272" actId="20577"/>
          <ac:spMkLst>
            <pc:docMk/>
            <pc:sldMk cId="801816064" sldId="269"/>
            <ac:spMk id="4" creationId="{814B4DC6-0C92-653F-5E0C-38245186C100}"/>
          </ac:spMkLst>
        </pc:spChg>
        <pc:spChg chg="add mod">
          <ac:chgData name="DOMINIC ERICSON A" userId="4bc43f114a012ffa" providerId="LiveId" clId="{46380805-AB1C-48D4-B920-A84CB1DCA5BA}" dt="2025-11-05T18:32:04.013" v="290" actId="1076"/>
          <ac:spMkLst>
            <pc:docMk/>
            <pc:sldMk cId="801816064" sldId="269"/>
            <ac:spMk id="5" creationId="{73438550-D5B5-B4C1-6322-0C7F17AB63BB}"/>
          </ac:spMkLst>
        </pc:spChg>
      </pc:sldChg>
      <pc:sldChg chg="addSp delSp modSp add mod ord">
        <pc:chgData name="DOMINIC ERICSON A" userId="4bc43f114a012ffa" providerId="LiveId" clId="{46380805-AB1C-48D4-B920-A84CB1DCA5BA}" dt="2025-11-05T18:39:08.217" v="351" actId="122"/>
        <pc:sldMkLst>
          <pc:docMk/>
          <pc:sldMk cId="2313769201" sldId="270"/>
        </pc:sldMkLst>
        <pc:spChg chg="add del mod">
          <ac:chgData name="DOMINIC ERICSON A" userId="4bc43f114a012ffa" providerId="LiveId" clId="{46380805-AB1C-48D4-B920-A84CB1DCA5BA}" dt="2025-11-05T18:38:09.455" v="344" actId="6549"/>
          <ac:spMkLst>
            <pc:docMk/>
            <pc:sldMk cId="2313769201" sldId="270"/>
            <ac:spMk id="2" creationId="{F4633EC6-48AF-0595-3688-B59ED7C2EDF8}"/>
          </ac:spMkLst>
        </pc:spChg>
        <pc:spChg chg="mod">
          <ac:chgData name="DOMINIC ERICSON A" userId="4bc43f114a012ffa" providerId="LiveId" clId="{46380805-AB1C-48D4-B920-A84CB1DCA5BA}" dt="2025-11-05T18:38:04.462" v="336" actId="14100"/>
          <ac:spMkLst>
            <pc:docMk/>
            <pc:sldMk cId="2313769201" sldId="270"/>
            <ac:spMk id="4" creationId="{02EFE99D-392F-73DA-69BF-7B6428A36853}"/>
          </ac:spMkLst>
        </pc:spChg>
        <pc:spChg chg="add mod">
          <ac:chgData name="DOMINIC ERICSON A" userId="4bc43f114a012ffa" providerId="LiveId" clId="{46380805-AB1C-48D4-B920-A84CB1DCA5BA}" dt="2025-11-05T18:38:15.453" v="345"/>
          <ac:spMkLst>
            <pc:docMk/>
            <pc:sldMk cId="2313769201" sldId="270"/>
            <ac:spMk id="6" creationId="{5F98BF48-A624-21E9-72AB-E51999287702}"/>
          </ac:spMkLst>
        </pc:spChg>
        <pc:graphicFrameChg chg="add mod modGraphic">
          <ac:chgData name="DOMINIC ERICSON A" userId="4bc43f114a012ffa" providerId="LiveId" clId="{46380805-AB1C-48D4-B920-A84CB1DCA5BA}" dt="2025-11-05T18:39:08.217" v="351" actId="122"/>
          <ac:graphicFrameMkLst>
            <pc:docMk/>
            <pc:sldMk cId="2313769201" sldId="270"/>
            <ac:graphicFrameMk id="10" creationId="{00066776-586D-21F0-ED01-B654264883A9}"/>
          </ac:graphicFrameMkLst>
        </pc:graphicFrameChg>
      </pc:sldChg>
      <pc:sldChg chg="addSp delSp modSp add mod">
        <pc:chgData name="DOMINIC ERICSON A" userId="4bc43f114a012ffa" providerId="LiveId" clId="{46380805-AB1C-48D4-B920-A84CB1DCA5BA}" dt="2025-11-05T18:35:46.479" v="318" actId="113"/>
        <pc:sldMkLst>
          <pc:docMk/>
          <pc:sldMk cId="3538879068" sldId="271"/>
        </pc:sldMkLst>
        <pc:spChg chg="add mod">
          <ac:chgData name="DOMINIC ERICSON A" userId="4bc43f114a012ffa" providerId="LiveId" clId="{46380805-AB1C-48D4-B920-A84CB1DCA5BA}" dt="2025-11-05T18:35:46.479" v="318" actId="113"/>
          <ac:spMkLst>
            <pc:docMk/>
            <pc:sldMk cId="3538879068" sldId="271"/>
            <ac:spMk id="8" creationId="{D6ED436C-7279-E058-43AA-6B50FFCE7D77}"/>
          </ac:spMkLst>
        </pc:spChg>
        <pc:graphicFrameChg chg="mod">
          <ac:chgData name="DOMINIC ERICSON A" userId="4bc43f114a012ffa" providerId="LiveId" clId="{46380805-AB1C-48D4-B920-A84CB1DCA5BA}" dt="2025-11-05T18:34:59.131" v="308" actId="1076"/>
          <ac:graphicFrameMkLst>
            <pc:docMk/>
            <pc:sldMk cId="3538879068" sldId="271"/>
            <ac:graphicFrameMk id="7" creationId="{33421712-303B-7472-6086-237F7F21C984}"/>
          </ac:graphicFrameMkLst>
        </pc:graphicFrameChg>
      </pc:sldChg>
      <pc:sldChg chg="addSp delSp modSp add mod">
        <pc:chgData name="DOMINIC ERICSON A" userId="4bc43f114a012ffa" providerId="LiveId" clId="{46380805-AB1C-48D4-B920-A84CB1DCA5BA}" dt="2025-11-05T18:41:24.713" v="359" actId="1076"/>
        <pc:sldMkLst>
          <pc:docMk/>
          <pc:sldMk cId="1692834366" sldId="272"/>
        </pc:sldMkLst>
        <pc:spChg chg="add mod">
          <ac:chgData name="DOMINIC ERICSON A" userId="4bc43f114a012ffa" providerId="LiveId" clId="{46380805-AB1C-48D4-B920-A84CB1DCA5BA}" dt="2025-11-05T18:41:24.713" v="359" actId="1076"/>
          <ac:spMkLst>
            <pc:docMk/>
            <pc:sldMk cId="1692834366" sldId="272"/>
            <ac:spMk id="3" creationId="{CC3180B3-FF54-1AE6-39A6-8DCF844A3A9B}"/>
          </ac:spMkLst>
        </pc:spChg>
        <pc:spChg chg="mod">
          <ac:chgData name="DOMINIC ERICSON A" userId="4bc43f114a012ffa" providerId="LiveId" clId="{46380805-AB1C-48D4-B920-A84CB1DCA5BA}" dt="2025-11-05T18:39:44.228" v="353"/>
          <ac:spMkLst>
            <pc:docMk/>
            <pc:sldMk cId="1692834366" sldId="272"/>
            <ac:spMk id="6" creationId="{CE327CB3-6E6B-D88C-3623-FC1DDAE6CF49}"/>
          </ac:spMkLst>
        </pc:spChg>
      </pc:sldChg>
      <pc:sldChg chg="addSp delSp modSp add mod ord">
        <pc:chgData name="DOMINIC ERICSON A" userId="4bc43f114a012ffa" providerId="LiveId" clId="{46380805-AB1C-48D4-B920-A84CB1DCA5BA}" dt="2025-11-06T18:19:21.948" v="406" actId="13238"/>
        <pc:sldMkLst>
          <pc:docMk/>
          <pc:sldMk cId="2293725182" sldId="273"/>
        </pc:sldMkLst>
        <pc:spChg chg="mod">
          <ac:chgData name="DOMINIC ERICSON A" userId="4bc43f114a012ffa" providerId="LiveId" clId="{46380805-AB1C-48D4-B920-A84CB1DCA5BA}" dt="2025-11-05T19:03:03.479" v="369"/>
          <ac:spMkLst>
            <pc:docMk/>
            <pc:sldMk cId="2293725182" sldId="273"/>
            <ac:spMk id="2" creationId="{BCD86293-8DC7-ABB1-E0FF-0A1E68FBC8B2}"/>
          </ac:spMkLst>
        </pc:spChg>
        <pc:spChg chg="add mod">
          <ac:chgData name="DOMINIC ERICSON A" userId="4bc43f114a012ffa" providerId="LiveId" clId="{46380805-AB1C-48D4-B920-A84CB1DCA5BA}" dt="2025-11-06T18:15:52.847" v="398" actId="1076"/>
          <ac:spMkLst>
            <pc:docMk/>
            <pc:sldMk cId="2293725182" sldId="273"/>
            <ac:spMk id="4" creationId="{8131034F-7DD6-8FC7-0D40-D81A7CF34954}"/>
          </ac:spMkLst>
        </pc:spChg>
        <pc:spChg chg="mod">
          <ac:chgData name="DOMINIC ERICSON A" userId="4bc43f114a012ffa" providerId="LiveId" clId="{46380805-AB1C-48D4-B920-A84CB1DCA5BA}" dt="2025-11-05T19:02:49.021" v="368" actId="20577"/>
          <ac:spMkLst>
            <pc:docMk/>
            <pc:sldMk cId="2293725182" sldId="273"/>
            <ac:spMk id="7" creationId="{E233E913-DDB7-0713-A8D1-019CB02496DC}"/>
          </ac:spMkLst>
        </pc:spChg>
        <pc:spChg chg="del">
          <ac:chgData name="DOMINIC ERICSON A" userId="4bc43f114a012ffa" providerId="LiveId" clId="{46380805-AB1C-48D4-B920-A84CB1DCA5BA}" dt="2025-11-06T18:08:53.253" v="373" actId="478"/>
          <ac:spMkLst>
            <pc:docMk/>
            <pc:sldMk cId="2293725182" sldId="273"/>
            <ac:spMk id="8" creationId="{814EB6AE-718C-D84D-E110-7891172BCD60}"/>
          </ac:spMkLst>
        </pc:spChg>
        <pc:graphicFrameChg chg="add mod modGraphic">
          <ac:chgData name="DOMINIC ERICSON A" userId="4bc43f114a012ffa" providerId="LiveId" clId="{46380805-AB1C-48D4-B920-A84CB1DCA5BA}" dt="2025-11-06T18:19:21.948" v="406" actId="13238"/>
          <ac:graphicFrameMkLst>
            <pc:docMk/>
            <pc:sldMk cId="2293725182" sldId="273"/>
            <ac:graphicFrameMk id="5" creationId="{35376F8B-6BB3-19E2-41D4-E4A9BA2D9F87}"/>
          </ac:graphicFrameMkLst>
        </pc:graphicFrameChg>
        <pc:graphicFrameChg chg="del">
          <ac:chgData name="DOMINIC ERICSON A" userId="4bc43f114a012ffa" providerId="LiveId" clId="{46380805-AB1C-48D4-B920-A84CB1DCA5BA}" dt="2025-11-06T18:08:40.319" v="370" actId="478"/>
          <ac:graphicFrameMkLst>
            <pc:docMk/>
            <pc:sldMk cId="2293725182" sldId="273"/>
            <ac:graphicFrameMk id="6" creationId="{A79BE890-211B-BE4B-9576-1548C5A41747}"/>
          </ac:graphicFrameMkLst>
        </pc:graphicFrameChg>
      </pc:sldChg>
      <pc:sldChg chg="addSp delSp modSp add mod">
        <pc:chgData name="DOMINIC ERICSON A" userId="4bc43f114a012ffa" providerId="LiveId" clId="{46380805-AB1C-48D4-B920-A84CB1DCA5BA}" dt="2025-11-06T18:19:15.248" v="405"/>
        <pc:sldMkLst>
          <pc:docMk/>
          <pc:sldMk cId="520177113" sldId="274"/>
        </pc:sldMkLst>
        <pc:spChg chg="add mod">
          <ac:chgData name="DOMINIC ERICSON A" userId="4bc43f114a012ffa" providerId="LiveId" clId="{46380805-AB1C-48D4-B920-A84CB1DCA5BA}" dt="2025-11-06T18:19:15.248" v="405"/>
          <ac:spMkLst>
            <pc:docMk/>
            <pc:sldMk cId="520177113" sldId="274"/>
            <ac:spMk id="3" creationId="{BBB3EDA5-1BB3-4CA6-9F48-77A535E9E09E}"/>
          </ac:spMkLst>
        </pc:spChg>
        <pc:spChg chg="del">
          <ac:chgData name="DOMINIC ERICSON A" userId="4bc43f114a012ffa" providerId="LiveId" clId="{46380805-AB1C-48D4-B920-A84CB1DCA5BA}" dt="2025-11-06T18:11:55.518" v="386" actId="478"/>
          <ac:spMkLst>
            <pc:docMk/>
            <pc:sldMk cId="520177113" sldId="274"/>
            <ac:spMk id="4" creationId="{665B6883-A850-7EFC-88E8-EE6EC7D85469}"/>
          </ac:spMkLst>
        </pc:spChg>
        <pc:spChg chg="add del mod">
          <ac:chgData name="DOMINIC ERICSON A" userId="4bc43f114a012ffa" providerId="LiveId" clId="{46380805-AB1C-48D4-B920-A84CB1DCA5BA}" dt="2025-11-06T18:11:57.419" v="387"/>
          <ac:spMkLst>
            <pc:docMk/>
            <pc:sldMk cId="520177113" sldId="274"/>
            <ac:spMk id="6" creationId="{33AA7A9C-F9E2-EE04-9A59-3C9C02C0BA1D}"/>
          </ac:spMkLst>
        </pc:spChg>
        <pc:spChg chg="add del mod">
          <ac:chgData name="DOMINIC ERICSON A" userId="4bc43f114a012ffa" providerId="LiveId" clId="{46380805-AB1C-48D4-B920-A84CB1DCA5BA}" dt="2025-11-06T18:19:10.679" v="404" actId="478"/>
          <ac:spMkLst>
            <pc:docMk/>
            <pc:sldMk cId="520177113" sldId="274"/>
            <ac:spMk id="10" creationId="{C1153CCB-84FE-D124-D125-08C9A427D8A8}"/>
          </ac:spMkLst>
        </pc:spChg>
        <pc:graphicFrameChg chg="add del mod modGraphic">
          <ac:chgData name="DOMINIC ERICSON A" userId="4bc43f114a012ffa" providerId="LiveId" clId="{46380805-AB1C-48D4-B920-A84CB1DCA5BA}" dt="2025-11-06T18:19:10.679" v="404" actId="478"/>
          <ac:graphicFrameMkLst>
            <pc:docMk/>
            <pc:sldMk cId="520177113" sldId="274"/>
            <ac:graphicFrameMk id="8" creationId="{32452CAD-F718-6AC1-2FA2-51C981CD6B61}"/>
          </ac:graphicFrameMkLst>
        </pc:graphicFrameChg>
      </pc:sldChg>
      <pc:sldChg chg="modSp add del mod ord">
        <pc:chgData name="DOMINIC ERICSON A" userId="4bc43f114a012ffa" providerId="LiveId" clId="{46380805-AB1C-48D4-B920-A84CB1DCA5BA}" dt="2025-11-06T18:45:03.422" v="418" actId="2696"/>
        <pc:sldMkLst>
          <pc:docMk/>
          <pc:sldMk cId="262865693" sldId="275"/>
        </pc:sldMkLst>
        <pc:spChg chg="mod">
          <ac:chgData name="DOMINIC ERICSON A" userId="4bc43f114a012ffa" providerId="LiveId" clId="{46380805-AB1C-48D4-B920-A84CB1DCA5BA}" dt="2025-11-06T18:20:08.948" v="417" actId="20577"/>
          <ac:spMkLst>
            <pc:docMk/>
            <pc:sldMk cId="262865693" sldId="275"/>
            <ac:spMk id="4" creationId="{16ECD909-B4F0-F6C5-7793-C08F53EB9D3F}"/>
          </ac:spMkLst>
        </pc:spChg>
      </pc:sldChg>
      <pc:sldChg chg="add del">
        <pc:chgData name="DOMINIC ERICSON A" userId="4bc43f114a012ffa" providerId="LiveId" clId="{46380805-AB1C-48D4-B920-A84CB1DCA5BA}" dt="2025-11-06T18:19:34.469" v="407" actId="2696"/>
        <pc:sldMkLst>
          <pc:docMk/>
          <pc:sldMk cId="1125383978" sldId="275"/>
        </pc:sldMkLst>
      </pc:sldChg>
      <pc:sldChg chg="new del ord">
        <pc:chgData name="DOMINIC ERICSON A" userId="4bc43f114a012ffa" providerId="LiveId" clId="{46380805-AB1C-48D4-B920-A84CB1DCA5BA}" dt="2025-11-06T18:19:55.834" v="412" actId="680"/>
        <pc:sldMkLst>
          <pc:docMk/>
          <pc:sldMk cId="1174079393" sldId="275"/>
        </pc:sldMkLst>
      </pc:sldChg>
      <pc:sldChg chg="addSp modSp new mod">
        <pc:chgData name="DOMINIC ERICSON A" userId="4bc43f114a012ffa" providerId="LiveId" clId="{46380805-AB1C-48D4-B920-A84CB1DCA5BA}" dt="2025-11-06T18:52:14.778" v="471" actId="14100"/>
        <pc:sldMkLst>
          <pc:docMk/>
          <pc:sldMk cId="4118155144" sldId="275"/>
        </pc:sldMkLst>
        <pc:spChg chg="add mod">
          <ac:chgData name="DOMINIC ERICSON A" userId="4bc43f114a012ffa" providerId="LiveId" clId="{46380805-AB1C-48D4-B920-A84CB1DCA5BA}" dt="2025-11-06T18:48:04.460" v="433" actId="122"/>
          <ac:spMkLst>
            <pc:docMk/>
            <pc:sldMk cId="4118155144" sldId="275"/>
            <ac:spMk id="2" creationId="{87D12120-52FB-043F-9C27-F86A772243D7}"/>
          </ac:spMkLst>
        </pc:spChg>
        <pc:spChg chg="add mod">
          <ac:chgData name="DOMINIC ERICSON A" userId="4bc43f114a012ffa" providerId="LiveId" clId="{46380805-AB1C-48D4-B920-A84CB1DCA5BA}" dt="2025-11-06T18:49:23.054" v="448" actId="1076"/>
          <ac:spMkLst>
            <pc:docMk/>
            <pc:sldMk cId="4118155144" sldId="275"/>
            <ac:spMk id="3" creationId="{2B28911E-6B70-D229-D97F-A47E36F68A39}"/>
          </ac:spMkLst>
        </pc:spChg>
        <pc:spChg chg="add mod">
          <ac:chgData name="DOMINIC ERICSON A" userId="4bc43f114a012ffa" providerId="LiveId" clId="{46380805-AB1C-48D4-B920-A84CB1DCA5BA}" dt="2025-11-06T18:52:14.778" v="471" actId="14100"/>
          <ac:spMkLst>
            <pc:docMk/>
            <pc:sldMk cId="4118155144" sldId="275"/>
            <ac:spMk id="4" creationId="{C5A9A52C-8E12-232D-9A08-10B87E954F7B}"/>
          </ac:spMkLst>
        </pc:spChg>
      </pc:sldChg>
      <pc:sldChg chg="addSp delSp modSp add mod">
        <pc:chgData name="DOMINIC ERICSON A" userId="4bc43f114a012ffa" providerId="LiveId" clId="{46380805-AB1C-48D4-B920-A84CB1DCA5BA}" dt="2025-11-06T19:03:42.751" v="536" actId="1076"/>
        <pc:sldMkLst>
          <pc:docMk/>
          <pc:sldMk cId="2259737717" sldId="276"/>
        </pc:sldMkLst>
        <pc:spChg chg="del mod">
          <ac:chgData name="DOMINIC ERICSON A" userId="4bc43f114a012ffa" providerId="LiveId" clId="{46380805-AB1C-48D4-B920-A84CB1DCA5BA}" dt="2025-11-06T18:52:53.099" v="474" actId="478"/>
          <ac:spMkLst>
            <pc:docMk/>
            <pc:sldMk cId="2259737717" sldId="276"/>
            <ac:spMk id="4" creationId="{6C59C133-399E-F756-C426-E54B7DD4D4B4}"/>
          </ac:spMkLst>
        </pc:spChg>
        <pc:spChg chg="add mod">
          <ac:chgData name="DOMINIC ERICSON A" userId="4bc43f114a012ffa" providerId="LiveId" clId="{46380805-AB1C-48D4-B920-A84CB1DCA5BA}" dt="2025-11-06T18:53:41.139" v="483" actId="1076"/>
          <ac:spMkLst>
            <pc:docMk/>
            <pc:sldMk cId="2259737717" sldId="276"/>
            <ac:spMk id="5" creationId="{8D858309-5A74-2781-7451-8D38205AAF6C}"/>
          </ac:spMkLst>
        </pc:spChg>
        <pc:graphicFrameChg chg="add mod modGraphic">
          <ac:chgData name="DOMINIC ERICSON A" userId="4bc43f114a012ffa" providerId="LiveId" clId="{46380805-AB1C-48D4-B920-A84CB1DCA5BA}" dt="2025-11-06T19:03:42.751" v="536" actId="1076"/>
          <ac:graphicFrameMkLst>
            <pc:docMk/>
            <pc:sldMk cId="2259737717" sldId="276"/>
            <ac:graphicFrameMk id="6" creationId="{BF8A1067-DA1A-D7CB-62A3-178453FB3CB7}"/>
          </ac:graphicFrameMkLst>
        </pc:graphicFrameChg>
      </pc:sldChg>
      <pc:sldChg chg="addSp delSp modSp add mod">
        <pc:chgData name="DOMINIC ERICSON A" userId="4bc43f114a012ffa" providerId="LiveId" clId="{46380805-AB1C-48D4-B920-A84CB1DCA5BA}" dt="2025-11-06T19:03:27.142" v="534" actId="1076"/>
        <pc:sldMkLst>
          <pc:docMk/>
          <pc:sldMk cId="3659042570" sldId="277"/>
        </pc:sldMkLst>
        <pc:spChg chg="mod">
          <ac:chgData name="DOMINIC ERICSON A" userId="4bc43f114a012ffa" providerId="LiveId" clId="{46380805-AB1C-48D4-B920-A84CB1DCA5BA}" dt="2025-11-06T18:57:02.603" v="495" actId="14100"/>
          <ac:spMkLst>
            <pc:docMk/>
            <pc:sldMk cId="3659042570" sldId="277"/>
            <ac:spMk id="5" creationId="{054F5BAD-DB2D-A5E5-E53D-48BC83652B92}"/>
          </ac:spMkLst>
        </pc:spChg>
        <pc:spChg chg="add mod">
          <ac:chgData name="DOMINIC ERICSON A" userId="4bc43f114a012ffa" providerId="LiveId" clId="{46380805-AB1C-48D4-B920-A84CB1DCA5BA}" dt="2025-11-06T19:00:16.681" v="517" actId="113"/>
          <ac:spMkLst>
            <pc:docMk/>
            <pc:sldMk cId="3659042570" sldId="277"/>
            <ac:spMk id="7" creationId="{560A4BF3-023D-9A59-B84C-C51BCCDF7B6D}"/>
          </ac:spMkLst>
        </pc:spChg>
        <pc:graphicFrameChg chg="add mod modGraphic">
          <ac:chgData name="DOMINIC ERICSON A" userId="4bc43f114a012ffa" providerId="LiveId" clId="{46380805-AB1C-48D4-B920-A84CB1DCA5BA}" dt="2025-11-06T19:03:27.142" v="534" actId="1076"/>
          <ac:graphicFrameMkLst>
            <pc:docMk/>
            <pc:sldMk cId="3659042570" sldId="277"/>
            <ac:graphicFrameMk id="4" creationId="{F1115479-7F5B-3BD4-8B48-001AF138D39F}"/>
          </ac:graphicFrameMkLst>
        </pc:graphicFrameChg>
        <pc:graphicFrameChg chg="del">
          <ac:chgData name="DOMINIC ERICSON A" userId="4bc43f114a012ffa" providerId="LiveId" clId="{46380805-AB1C-48D4-B920-A84CB1DCA5BA}" dt="2025-11-06T18:57:10.180" v="496" actId="478"/>
          <ac:graphicFrameMkLst>
            <pc:docMk/>
            <pc:sldMk cId="3659042570" sldId="277"/>
            <ac:graphicFrameMk id="6" creationId="{4193693F-0F1C-3961-88F7-9B182BD5D3CC}"/>
          </ac:graphicFrameMkLst>
        </pc:graphicFrameChg>
      </pc:sldChg>
      <pc:sldChg chg="addSp delSp modSp add mod">
        <pc:chgData name="DOMINIC ERICSON A" userId="4bc43f114a012ffa" providerId="LiveId" clId="{46380805-AB1C-48D4-B920-A84CB1DCA5BA}" dt="2025-11-06T19:03:01.339" v="530" actId="1076"/>
        <pc:sldMkLst>
          <pc:docMk/>
          <pc:sldMk cId="2317618207" sldId="278"/>
        </pc:sldMkLst>
        <pc:spChg chg="mod">
          <ac:chgData name="DOMINIC ERICSON A" userId="4bc43f114a012ffa" providerId="LiveId" clId="{46380805-AB1C-48D4-B920-A84CB1DCA5BA}" dt="2025-11-06T19:01:49.223" v="518"/>
          <ac:spMkLst>
            <pc:docMk/>
            <pc:sldMk cId="2317618207" sldId="278"/>
            <ac:spMk id="5" creationId="{1570FF13-943A-1C6D-A522-7EC6B3AE8D4F}"/>
          </ac:spMkLst>
        </pc:spChg>
        <pc:spChg chg="add mod">
          <ac:chgData name="DOMINIC ERICSON A" userId="4bc43f114a012ffa" providerId="LiveId" clId="{46380805-AB1C-48D4-B920-A84CB1DCA5BA}" dt="2025-11-06T19:03:01.339" v="530" actId="1076"/>
          <ac:spMkLst>
            <pc:docMk/>
            <pc:sldMk cId="2317618207" sldId="278"/>
            <ac:spMk id="8" creationId="{7EB6B668-4875-F7BF-07C1-50236AA1DCD9}"/>
          </ac:spMkLst>
        </pc:spChg>
        <pc:graphicFrameChg chg="del">
          <ac:chgData name="DOMINIC ERICSON A" userId="4bc43f114a012ffa" providerId="LiveId" clId="{46380805-AB1C-48D4-B920-A84CB1DCA5BA}" dt="2025-11-06T18:58:50.141" v="505" actId="478"/>
          <ac:graphicFrameMkLst>
            <pc:docMk/>
            <pc:sldMk cId="2317618207" sldId="278"/>
            <ac:graphicFrameMk id="4" creationId="{D0B70689-CA53-EF7A-13AA-AA57A550FEBE}"/>
          </ac:graphicFrameMkLst>
        </pc:graphicFrameChg>
        <pc:graphicFrameChg chg="add del mod modGraphic">
          <ac:chgData name="DOMINIC ERICSON A" userId="4bc43f114a012ffa" providerId="LiveId" clId="{46380805-AB1C-48D4-B920-A84CB1DCA5BA}" dt="2025-11-06T19:02:00.606" v="519" actId="478"/>
          <ac:graphicFrameMkLst>
            <pc:docMk/>
            <pc:sldMk cId="2317618207" sldId="278"/>
            <ac:graphicFrameMk id="6" creationId="{975978C9-D908-5BD1-1B9B-D55EB49AAFC2}"/>
          </ac:graphicFrameMkLst>
        </pc:graphicFrameChg>
        <pc:graphicFrameChg chg="add mod modGraphic">
          <ac:chgData name="DOMINIC ERICSON A" userId="4bc43f114a012ffa" providerId="LiveId" clId="{46380805-AB1C-48D4-B920-A84CB1DCA5BA}" dt="2025-11-06T19:02:29.609" v="526" actId="1076"/>
          <ac:graphicFrameMkLst>
            <pc:docMk/>
            <pc:sldMk cId="2317618207" sldId="278"/>
            <ac:graphicFrameMk id="7" creationId="{604CE85B-0635-F3D4-C4BA-D9A09D7E1B5A}"/>
          </ac:graphicFrameMkLst>
        </pc:graphicFrameChg>
      </pc:sldChg>
      <pc:sldChg chg="add ord">
        <pc:chgData name="DOMINIC ERICSON A" userId="4bc43f114a012ffa" providerId="LiveId" clId="{46380805-AB1C-48D4-B920-A84CB1DCA5BA}" dt="2025-11-06T19:03:10.031" v="532"/>
        <pc:sldMkLst>
          <pc:docMk/>
          <pc:sldMk cId="2234254574" sldId="279"/>
        </pc:sldMkLst>
      </pc:sldChg>
      <pc:sldChg chg="addSp delSp modSp add mod">
        <pc:chgData name="DOMINIC ERICSON A" userId="4bc43f114a012ffa" providerId="LiveId" clId="{46380805-AB1C-48D4-B920-A84CB1DCA5BA}" dt="2025-11-07T06:07:45.476" v="648" actId="20577"/>
        <pc:sldMkLst>
          <pc:docMk/>
          <pc:sldMk cId="1848664053" sldId="280"/>
        </pc:sldMkLst>
        <pc:spChg chg="add mod">
          <ac:chgData name="DOMINIC ERICSON A" userId="4bc43f114a012ffa" providerId="LiveId" clId="{46380805-AB1C-48D4-B920-A84CB1DCA5BA}" dt="2025-11-07T06:07:45.476" v="648" actId="20577"/>
          <ac:spMkLst>
            <pc:docMk/>
            <pc:sldMk cId="1848664053" sldId="280"/>
            <ac:spMk id="4" creationId="{445E18DB-B3B9-C9F9-B4AB-B472323214B4}"/>
          </ac:spMkLst>
        </pc:spChg>
        <pc:spChg chg="mod">
          <ac:chgData name="DOMINIC ERICSON A" userId="4bc43f114a012ffa" providerId="LiveId" clId="{46380805-AB1C-48D4-B920-A84CB1DCA5BA}" dt="2025-11-06T19:05:26" v="565" actId="1076"/>
          <ac:spMkLst>
            <pc:docMk/>
            <pc:sldMk cId="1848664053" sldId="280"/>
            <ac:spMk id="5" creationId="{20059606-26B0-B9A2-5C98-DCAFD7C17510}"/>
          </ac:spMkLst>
        </pc:spChg>
        <pc:spChg chg="del">
          <ac:chgData name="DOMINIC ERICSON A" userId="4bc43f114a012ffa" providerId="LiveId" clId="{46380805-AB1C-48D4-B920-A84CB1DCA5BA}" dt="2025-11-06T19:04:32.220" v="549" actId="478"/>
          <ac:spMkLst>
            <pc:docMk/>
            <pc:sldMk cId="1848664053" sldId="280"/>
            <ac:spMk id="8" creationId="{7B4DA023-8D62-8765-ADA1-E911AF542689}"/>
          </ac:spMkLst>
        </pc:spChg>
        <pc:graphicFrameChg chg="del">
          <ac:chgData name="DOMINIC ERICSON A" userId="4bc43f114a012ffa" providerId="LiveId" clId="{46380805-AB1C-48D4-B920-A84CB1DCA5BA}" dt="2025-11-06T19:04:29.369" v="548" actId="478"/>
          <ac:graphicFrameMkLst>
            <pc:docMk/>
            <pc:sldMk cId="1848664053" sldId="280"/>
            <ac:graphicFrameMk id="7" creationId="{3F0484A9-7205-757B-255A-59CDC7A5B770}"/>
          </ac:graphicFrameMkLst>
        </pc:graphicFrameChg>
      </pc:sldChg>
      <pc:sldChg chg="new del">
        <pc:chgData name="DOMINIC ERICSON A" userId="4bc43f114a012ffa" providerId="LiveId" clId="{46380805-AB1C-48D4-B920-A84CB1DCA5BA}" dt="2025-11-06T19:05:44.440" v="567" actId="2696"/>
        <pc:sldMkLst>
          <pc:docMk/>
          <pc:sldMk cId="2227197103" sldId="281"/>
        </pc:sldMkLst>
      </pc:sldChg>
      <pc:sldChg chg="addSp delSp modSp add mod ord setBg chgLayout">
        <pc:chgData name="DOMINIC ERICSON A" userId="4bc43f114a012ffa" providerId="LiveId" clId="{46380805-AB1C-48D4-B920-A84CB1DCA5BA}" dt="2025-11-06T19:09:07.850" v="643" actId="1076"/>
        <pc:sldMkLst>
          <pc:docMk/>
          <pc:sldMk cId="2634085218" sldId="281"/>
        </pc:sldMkLst>
        <pc:spChg chg="mod ord">
          <ac:chgData name="DOMINIC ERICSON A" userId="4bc43f114a012ffa" providerId="LiveId" clId="{46380805-AB1C-48D4-B920-A84CB1DCA5BA}" dt="2025-11-06T19:09:07.850" v="643" actId="1076"/>
          <ac:spMkLst>
            <pc:docMk/>
            <pc:sldMk cId="2634085218" sldId="281"/>
            <ac:spMk id="2" creationId="{DC104D73-2852-54C4-019F-9EE3CDD56E57}"/>
          </ac:spMkLst>
        </pc:spChg>
        <pc:spChg chg="add del mod">
          <ac:chgData name="DOMINIC ERICSON A" userId="4bc43f114a012ffa" providerId="LiveId" clId="{46380805-AB1C-48D4-B920-A84CB1DCA5BA}" dt="2025-11-06T19:06:22.664" v="571" actId="6264"/>
          <ac:spMkLst>
            <pc:docMk/>
            <pc:sldMk cId="2634085218" sldId="281"/>
            <ac:spMk id="3" creationId="{27A402CE-0D2A-A238-0634-D623DB7BF37C}"/>
          </ac:spMkLst>
        </pc:spChg>
        <pc:spChg chg="del">
          <ac:chgData name="DOMINIC ERICSON A" userId="4bc43f114a012ffa" providerId="LiveId" clId="{46380805-AB1C-48D4-B920-A84CB1DCA5BA}" dt="2025-11-06T19:07:48.630" v="581" actId="478"/>
          <ac:spMkLst>
            <pc:docMk/>
            <pc:sldMk cId="2634085218" sldId="281"/>
            <ac:spMk id="4" creationId="{D35D64F7-14BA-7BE8-075E-51A31183388C}"/>
          </ac:spMkLst>
        </pc:spChg>
        <pc:spChg chg="add del mod ord">
          <ac:chgData name="DOMINIC ERICSON A" userId="4bc43f114a012ffa" providerId="LiveId" clId="{46380805-AB1C-48D4-B920-A84CB1DCA5BA}" dt="2025-11-06T19:08:56.920" v="642" actId="478"/>
          <ac:spMkLst>
            <pc:docMk/>
            <pc:sldMk cId="2634085218" sldId="281"/>
            <ac:spMk id="5" creationId="{ED26E2B7-17FA-3861-3565-304B75109E1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intent distribution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300-4480-9561-ED05E793253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300-4480-9561-ED05E793253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3300-4480-9561-ED05E793253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Transactional (high-conversion potential)</c:v>
                </c:pt>
                <c:pt idx="1">
                  <c:v>Informational (content marketing value)</c:v>
                </c:pt>
                <c:pt idx="2">
                  <c:v>Navigational (brand protection and direct traffic)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0.65</c:v>
                </c:pt>
                <c:pt idx="1">
                  <c:v>0.25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DB-4A68-80E5-33BB687B755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0F555-6DFA-41EA-A782-2B89A0DE41C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7EC7B-9CBD-442B-816F-87F9173DBA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93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7EC7B-9CBD-442B-816F-87F9173DBAE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505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31ED5-7CFE-EBBB-AF74-C85E6EEC7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F89B9-BB58-9E62-4CF1-8EFCF0344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157259-B467-53EF-EB4C-8C991A71A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EC6BC-70ED-DCA2-7E3C-DC49952EE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7EC7B-9CBD-442B-816F-87F9173DBAE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92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B2FEA-01A7-2515-887D-03DFB4607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4C8ED-57F3-36A9-8B41-27324B602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5FC61-8D95-9AD2-1CE3-B2848C98C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45C10-5C71-B6E0-F3F9-FDD3094C5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7EC7B-9CBD-442B-816F-87F9173DBAE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218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1F57-12BD-56D6-CFD5-D2D706A81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D219A-7CFF-5C11-8E3B-2253E6E0C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55D8F-FBA5-82CE-52E2-72CE9EB0D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38A41-0566-51F6-5156-6C217EDF4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7EC7B-9CBD-442B-816F-87F9173DBAE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759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10860-5EED-CEA0-4E89-30A3FF65F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84CAA-6B4A-44CB-613F-858D6A739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09E86-F6DA-1A94-95AD-3F3904192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16A56-BC04-D483-A5E6-17E06B304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7EC7B-9CBD-442B-816F-87F9173DBAE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088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7FDE-1327-EE49-B1D4-17F46C0E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4A1DA-F869-89FA-88BB-DC2E7A3A6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93EE6-C82E-FD29-7813-2F099DD01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FDDFF-EBB3-CBB1-ACE7-B9FB87329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7EC7B-9CBD-442B-816F-87F9173DBAE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981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7EC7B-9CBD-442B-816F-87F9173DBAE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601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fosys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sys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www.infosys.com/services/ai-automation.html" TargetMode="External"/><Relationship Id="rId4" Type="http://schemas.openxmlformats.org/officeDocument/2006/relationships/hyperlink" Target="https://www.infosys.com/services/cloud.htm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A39E-BCF9-1ECE-9D2E-F00008BF8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1924998"/>
            <a:ext cx="10993549" cy="1752266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SEO Navigator: 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					         From Audit to Action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ECF80-88DE-F1E7-8EEB-CFCFD9DD5FAE}"/>
              </a:ext>
            </a:extLst>
          </p:cNvPr>
          <p:cNvSpPr txBox="1"/>
          <p:nvPr/>
        </p:nvSpPr>
        <p:spPr>
          <a:xfrm>
            <a:off x="2536722" y="3873910"/>
            <a:ext cx="7118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Selected Company: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Infosys Ltd. (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https://www.infosys.com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)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684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5B32-8573-E1ED-226F-39A9571FB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cap="none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1</a:t>
            </a:r>
            <a:r>
              <a:rPr lang="en-IN" b="1" dirty="0"/>
              <a:t>   					  Initial  Audit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4CF22-2FDC-D602-3320-79EF96477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6936" y="1917291"/>
            <a:ext cx="6818127" cy="47391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SEO Audit Summary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Technical Overview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HTTPS Secure, Responsive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Sitemap &amp; Robots.txt correctly configured.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Page Speed:</a:t>
            </a:r>
            <a:r>
              <a:rPr lang="en-IN" dirty="0"/>
              <a:t> 69 (Mobile), 85 (Desktop).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Missing </a:t>
            </a:r>
            <a:r>
              <a:rPr lang="en-IN" b="1" dirty="0"/>
              <a:t>Schema Markup</a:t>
            </a:r>
            <a:r>
              <a:rPr lang="en-IN" dirty="0"/>
              <a:t>, some </a:t>
            </a:r>
            <a:r>
              <a:rPr lang="en-IN" b="1" dirty="0"/>
              <a:t>broken links</a:t>
            </a:r>
            <a:r>
              <a:rPr lang="en-IN" dirty="0"/>
              <a:t>, and </a:t>
            </a:r>
            <a:r>
              <a:rPr lang="en-IN" b="1" dirty="0"/>
              <a:t>alt text gaps.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On-Page Overview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Meta descriptions lack keyword depth.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Inconsistent header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Weak interlinking among service pages.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23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340D-CB15-7E40-1D2D-F11815F3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3835-432F-1F7C-6C02-8E4769BE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cap="none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1</a:t>
            </a:r>
            <a:r>
              <a:rPr lang="en-IN" b="1" dirty="0"/>
              <a:t>     						Initial  Audit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A6BE8-6B30-E9F8-228D-BDEE1CC7F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726" y="2059105"/>
            <a:ext cx="5080548" cy="481782"/>
          </a:xfrm>
        </p:spPr>
        <p:txBody>
          <a:bodyPr anchor="t"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200" dirty="0"/>
              <a:t>SWOT Analysis (SEO Perspective)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2D29E0-D92F-A210-6170-44C308369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750148"/>
              </p:ext>
            </p:extLst>
          </p:nvPr>
        </p:nvGraphicFramePr>
        <p:xfrm>
          <a:off x="2507372" y="2540887"/>
          <a:ext cx="7177256" cy="2226962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3588628">
                  <a:extLst>
                    <a:ext uri="{9D8B030D-6E8A-4147-A177-3AD203B41FA5}">
                      <a16:colId xmlns:a16="http://schemas.microsoft.com/office/drawing/2014/main" val="2316604893"/>
                    </a:ext>
                  </a:extLst>
                </a:gridCol>
                <a:gridCol w="3588628">
                  <a:extLst>
                    <a:ext uri="{9D8B030D-6E8A-4147-A177-3AD203B41FA5}">
                      <a16:colId xmlns:a16="http://schemas.microsoft.com/office/drawing/2014/main" val="248364069"/>
                    </a:ext>
                  </a:extLst>
                </a:gridCol>
              </a:tblGrid>
              <a:tr h="530146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IN" b="1" dirty="0"/>
                        <a:t>Strengths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IN" b="1" dirty="0"/>
                        <a:t>Weaknesses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3713125"/>
                  </a:ext>
                </a:extLst>
              </a:tr>
              <a:tr h="530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DA (77) &amp; strong brand trust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 mobile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397996"/>
                  </a:ext>
                </a:extLst>
              </a:tr>
              <a:tr h="636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Quality backlinks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structured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173089"/>
                  </a:ext>
                </a:extLst>
              </a:tr>
              <a:tr h="530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&amp; responsive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keyword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37571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2B41A1-5D0B-DFDC-39D2-31E4E5AFF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943996"/>
              </p:ext>
            </p:extLst>
          </p:nvPr>
        </p:nvGraphicFramePr>
        <p:xfrm>
          <a:off x="2507370" y="4658716"/>
          <a:ext cx="7177256" cy="1868127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3588628">
                  <a:extLst>
                    <a:ext uri="{9D8B030D-6E8A-4147-A177-3AD203B41FA5}">
                      <a16:colId xmlns:a16="http://schemas.microsoft.com/office/drawing/2014/main" val="1506462599"/>
                    </a:ext>
                  </a:extLst>
                </a:gridCol>
                <a:gridCol w="3588628">
                  <a:extLst>
                    <a:ext uri="{9D8B030D-6E8A-4147-A177-3AD203B41FA5}">
                      <a16:colId xmlns:a16="http://schemas.microsoft.com/office/drawing/2014/main" val="2454701128"/>
                    </a:ext>
                  </a:extLst>
                </a:gridCol>
              </a:tblGrid>
              <a:tr h="622709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IN" b="1" dirty="0"/>
                        <a:t>Opportunities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IN" b="1" dirty="0"/>
                        <a:t>Threats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7904806"/>
                  </a:ext>
                </a:extLst>
              </a:tr>
              <a:tr h="622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Rich snippets &amp; schema markup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Competitor SEO (TCS, Wipro)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301543"/>
                  </a:ext>
                </a:extLst>
              </a:tr>
              <a:tr h="6227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Emerging AI/Cloud keywords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136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04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58927-844E-E52F-F3F2-7E5CF1FE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Keyword Research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A859F-8B4A-8B0F-1819-D654CBD41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2</a:t>
            </a:r>
            <a:endParaRPr lang="en-IN" sz="28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B4C23BB-3578-B465-F5AF-DD0C15B94B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97001" y="2418484"/>
            <a:ext cx="579799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Service A: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Cloud Services / Cloud Transformation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Service B: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AI &amp; Automation / Intelligent Automation</a:t>
            </a:r>
          </a:p>
        </p:txBody>
      </p:sp>
    </p:spTree>
    <p:extLst>
      <p:ext uri="{BB962C8B-B14F-4D97-AF65-F5344CB8AC3E}">
        <p14:creationId xmlns:p14="http://schemas.microsoft.com/office/powerpoint/2010/main" val="108161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6BB2D-1C16-F6AA-5E4F-54B12042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C8CC-21CF-448D-82B1-A671DE3D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Cloud Services (A)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840BA-ADB6-1346-C9EB-338DD8238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2</a:t>
            </a:r>
            <a:endParaRPr lang="en-IN" sz="2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A950ABA-0D3F-B114-0578-B04ACFBA3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1080531"/>
              </p:ext>
            </p:extLst>
          </p:nvPr>
        </p:nvGraphicFramePr>
        <p:xfrm>
          <a:off x="581192" y="149378"/>
          <a:ext cx="11029620" cy="4963641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2205924">
                  <a:extLst>
                    <a:ext uri="{9D8B030D-6E8A-4147-A177-3AD203B41FA5}">
                      <a16:colId xmlns:a16="http://schemas.microsoft.com/office/drawing/2014/main" val="2900933662"/>
                    </a:ext>
                  </a:extLst>
                </a:gridCol>
                <a:gridCol w="2205924">
                  <a:extLst>
                    <a:ext uri="{9D8B030D-6E8A-4147-A177-3AD203B41FA5}">
                      <a16:colId xmlns:a16="http://schemas.microsoft.com/office/drawing/2014/main" val="695599233"/>
                    </a:ext>
                  </a:extLst>
                </a:gridCol>
                <a:gridCol w="2205924">
                  <a:extLst>
                    <a:ext uri="{9D8B030D-6E8A-4147-A177-3AD203B41FA5}">
                      <a16:colId xmlns:a16="http://schemas.microsoft.com/office/drawing/2014/main" val="3986310385"/>
                    </a:ext>
                  </a:extLst>
                </a:gridCol>
                <a:gridCol w="2205924">
                  <a:extLst>
                    <a:ext uri="{9D8B030D-6E8A-4147-A177-3AD203B41FA5}">
                      <a16:colId xmlns:a16="http://schemas.microsoft.com/office/drawing/2014/main" val="3494121297"/>
                    </a:ext>
                  </a:extLst>
                </a:gridCol>
                <a:gridCol w="2205924">
                  <a:extLst>
                    <a:ext uri="{9D8B030D-6E8A-4147-A177-3AD203B41FA5}">
                      <a16:colId xmlns:a16="http://schemas.microsoft.com/office/drawing/2014/main" val="1147310607"/>
                    </a:ext>
                  </a:extLst>
                </a:gridCol>
              </a:tblGrid>
              <a:tr h="3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#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Keyword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Intent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Priority (Primary / Secondary)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Rationale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2559081226"/>
                  </a:ext>
                </a:extLst>
              </a:tr>
              <a:tr h="475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1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enterprise cloud migration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Buyer-focused phrase for migration projects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543222545"/>
                  </a:ext>
                </a:extLst>
              </a:tr>
              <a:tr h="3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cloud transformation services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Broad service-level commercial query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645424201"/>
                  </a:ext>
                </a:extLst>
              </a:tr>
              <a:tr h="475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3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hybrid cloud solutions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Informational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Decision-stage research comparing architectures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418117980"/>
                  </a:ext>
                </a:extLst>
              </a:tr>
              <a:tr h="3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4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cloud modernization services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Target for legacy modernization offers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2967889132"/>
                  </a:ext>
                </a:extLst>
              </a:tr>
              <a:tr h="475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cloud cost optimization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Informational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CIO/CFO research topic—good for content pieces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633493705"/>
                  </a:ext>
                </a:extLst>
              </a:tr>
              <a:tr h="3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6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multi-cloud strategy consulting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Consulting-focused buyer intent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3365273020"/>
                  </a:ext>
                </a:extLst>
              </a:tr>
              <a:tr h="475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7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cloud security consulting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Security is a high-priority buyer concern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3827363901"/>
                  </a:ext>
                </a:extLst>
              </a:tr>
              <a:tr h="3329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8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cloud infrastructure management services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Managed services searcher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1345962236"/>
                  </a:ext>
                </a:extLst>
              </a:tr>
              <a:tr h="475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9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cloud migration best practices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Informational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Content/lead-gen topic to capture research intent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1632805915"/>
                  </a:ext>
                </a:extLst>
              </a:tr>
              <a:tr h="6182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10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Infosys cloud services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Navigational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2895" marR="42895" marT="21447" marB="214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Branded navigational traffic — capture and optimize landing page for SERP CTR</a:t>
                      </a:r>
                    </a:p>
                  </a:txBody>
                  <a:tcPr marL="42895" marR="42895" marT="21447" marB="21447" anchor="ctr"/>
                </a:tc>
                <a:extLst>
                  <a:ext uri="{0D108BD9-81ED-4DB2-BD59-A6C34878D82A}">
                    <a16:rowId xmlns:a16="http://schemas.microsoft.com/office/drawing/2014/main" val="2468151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5786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72DC-BA13-0848-A407-3436CABF9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FEE4-531B-2346-BA15-A5B90F3F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AI &amp; Automation (B)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2DA7B-8EE8-3E44-0884-5C70B5E86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2</a:t>
            </a:r>
            <a:endParaRPr lang="en-IN" sz="28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2E8E81A-06F9-F8BE-9E50-852D7D8DD4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6061138"/>
              </p:ext>
            </p:extLst>
          </p:nvPr>
        </p:nvGraphicFramePr>
        <p:xfrm>
          <a:off x="648930" y="186814"/>
          <a:ext cx="10894140" cy="499194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2178828">
                  <a:extLst>
                    <a:ext uri="{9D8B030D-6E8A-4147-A177-3AD203B41FA5}">
                      <a16:colId xmlns:a16="http://schemas.microsoft.com/office/drawing/2014/main" val="2448698452"/>
                    </a:ext>
                  </a:extLst>
                </a:gridCol>
                <a:gridCol w="2178828">
                  <a:extLst>
                    <a:ext uri="{9D8B030D-6E8A-4147-A177-3AD203B41FA5}">
                      <a16:colId xmlns:a16="http://schemas.microsoft.com/office/drawing/2014/main" val="2753967630"/>
                    </a:ext>
                  </a:extLst>
                </a:gridCol>
                <a:gridCol w="2178828">
                  <a:extLst>
                    <a:ext uri="{9D8B030D-6E8A-4147-A177-3AD203B41FA5}">
                      <a16:colId xmlns:a16="http://schemas.microsoft.com/office/drawing/2014/main" val="2288687619"/>
                    </a:ext>
                  </a:extLst>
                </a:gridCol>
                <a:gridCol w="2178828">
                  <a:extLst>
                    <a:ext uri="{9D8B030D-6E8A-4147-A177-3AD203B41FA5}">
                      <a16:colId xmlns:a16="http://schemas.microsoft.com/office/drawing/2014/main" val="485301811"/>
                    </a:ext>
                  </a:extLst>
                </a:gridCol>
                <a:gridCol w="2178828">
                  <a:extLst>
                    <a:ext uri="{9D8B030D-6E8A-4147-A177-3AD203B41FA5}">
                      <a16:colId xmlns:a16="http://schemas.microsoft.com/office/drawing/2014/main" val="1620273445"/>
                    </a:ext>
                  </a:extLst>
                </a:gridCol>
              </a:tblGrid>
              <a:tr h="3414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#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Keyword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Intent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Priority (Primary / Secondary)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Rationale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823493977"/>
                  </a:ext>
                </a:extLst>
              </a:tr>
              <a:tr h="487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1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AI automation solutions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Commercial solution search for intelligent automation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2133529838"/>
                  </a:ext>
                </a:extLst>
              </a:tr>
              <a:tr h="487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artificial intelligence consulting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Consulting buyers searching for AI experts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62995055"/>
                  </a:ext>
                </a:extLst>
              </a:tr>
              <a:tr h="487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3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intelligent automation platform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Transactional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Platform-product oriented commercial query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4131432351"/>
                  </a:ext>
                </a:extLst>
              </a:tr>
              <a:tr h="487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4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robotic process automation services (RPA services)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RPA remains a high-intent service query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531817647"/>
                  </a:ext>
                </a:extLst>
              </a:tr>
              <a:tr h="487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machine learning integration services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Informational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Technical buyers researching integration options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3174371690"/>
                  </a:ext>
                </a:extLst>
              </a:tr>
              <a:tr h="487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6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AI-driven analytics for enterprises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Informational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Analytics use-case focused research query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2314059454"/>
                  </a:ext>
                </a:extLst>
              </a:tr>
              <a:tr h="3414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7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cognitive automation tools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Product/feature search intent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3648933547"/>
                  </a:ext>
                </a:extLst>
              </a:tr>
              <a:tr h="3414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8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AI modernization services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Transactional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Migration/modernization focused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1114150497"/>
                  </a:ext>
                </a:extLst>
              </a:tr>
              <a:tr h="487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9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/>
                        <a:t>AI governance and responsible AI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Informational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Secondary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Emerging decision factor for enterprise buyers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2256265606"/>
                  </a:ext>
                </a:extLst>
              </a:tr>
              <a:tr h="4877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10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Infosys AI services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Navigational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Primary</a:t>
                      </a:r>
                    </a:p>
                  </a:txBody>
                  <a:tcPr marL="41621" marR="41621" marT="20810" marB="2081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Branded navigational search — optimize to control brand SERP</a:t>
                      </a:r>
                    </a:p>
                  </a:txBody>
                  <a:tcPr marL="41621" marR="41621" marT="20810" marB="20810" anchor="ctr"/>
                </a:tc>
                <a:extLst>
                  <a:ext uri="{0D108BD9-81ED-4DB2-BD59-A6C34878D82A}">
                    <a16:rowId xmlns:a16="http://schemas.microsoft.com/office/drawing/2014/main" val="2231780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121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F210D-A37F-9A98-C89B-5DA34B21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AB7CB-C594-D676-137F-6ECD80A8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0" y="5380283"/>
            <a:ext cx="4909445" cy="689514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Categorize keywords by intent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1FD74-B034-A7EC-762F-FCBAB52D5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2</a:t>
            </a:r>
            <a:endParaRPr lang="en-IN" sz="2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16CDD9-86FB-F356-1F92-CCB3254677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4077594"/>
              </p:ext>
            </p:extLst>
          </p:nvPr>
        </p:nvGraphicFramePr>
        <p:xfrm>
          <a:off x="581190" y="409021"/>
          <a:ext cx="11029617" cy="256032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3676539">
                  <a:extLst>
                    <a:ext uri="{9D8B030D-6E8A-4147-A177-3AD203B41FA5}">
                      <a16:colId xmlns:a16="http://schemas.microsoft.com/office/drawing/2014/main" val="2580438274"/>
                    </a:ext>
                  </a:extLst>
                </a:gridCol>
                <a:gridCol w="3676539">
                  <a:extLst>
                    <a:ext uri="{9D8B030D-6E8A-4147-A177-3AD203B41FA5}">
                      <a16:colId xmlns:a16="http://schemas.microsoft.com/office/drawing/2014/main" val="615972910"/>
                    </a:ext>
                  </a:extLst>
                </a:gridCol>
                <a:gridCol w="3676539">
                  <a:extLst>
                    <a:ext uri="{9D8B030D-6E8A-4147-A177-3AD203B41FA5}">
                      <a16:colId xmlns:a16="http://schemas.microsoft.com/office/drawing/2014/main" val="3274257013"/>
                    </a:ext>
                  </a:extLst>
                </a:gridCol>
              </a:tblGrid>
              <a:tr h="3149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Intent Type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Example Keywords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739875"/>
                  </a:ext>
                </a:extLst>
              </a:tr>
              <a:tr h="551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Informational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Users seeking knowledge or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“cloud migration best practices”, “AI governance and responsible AI”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128445"/>
                  </a:ext>
                </a:extLst>
              </a:tr>
              <a:tr h="551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Navigational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Users looking for a specific brand/service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/>
                        <a:t>“Infosys cloud services”, “Infosys AI services”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890031"/>
                  </a:ext>
                </a:extLst>
              </a:tr>
              <a:tr h="794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Transactional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Users ready to buy or engage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dirty="0"/>
                        <a:t>“AI automation solutions”, “</a:t>
                      </a:r>
                      <a:r>
                        <a:rPr lang="fr-FR" dirty="0" err="1"/>
                        <a:t>enterprise</a:t>
                      </a:r>
                      <a:r>
                        <a:rPr lang="fr-FR" dirty="0"/>
                        <a:t> cloud migration”, “cloud </a:t>
                      </a:r>
                      <a:r>
                        <a:rPr lang="fr-FR" dirty="0" err="1"/>
                        <a:t>modernization</a:t>
                      </a:r>
                      <a:r>
                        <a:rPr lang="fr-FR" dirty="0"/>
                        <a:t> services”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540628"/>
                  </a:ext>
                </a:extLst>
              </a:tr>
            </a:tbl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ACE6A3C-B451-D16D-0052-DB322D1164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441568"/>
              </p:ext>
            </p:extLst>
          </p:nvPr>
        </p:nvGraphicFramePr>
        <p:xfrm>
          <a:off x="581190" y="2969341"/>
          <a:ext cx="11029617" cy="2172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97825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B893-F6B0-D62F-4694-21678517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95DD-22A9-8641-4B4B-2B946712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Competitor Keyword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CD8CA-F27C-D697-3BDD-01501546C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2</a:t>
            </a:r>
            <a:endParaRPr lang="en-IN" sz="28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59A0104-6041-A69C-7B40-A006FCF914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861184"/>
              </p:ext>
            </p:extLst>
          </p:nvPr>
        </p:nvGraphicFramePr>
        <p:xfrm>
          <a:off x="1332649" y="1432695"/>
          <a:ext cx="9526701" cy="256032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3175567">
                  <a:extLst>
                    <a:ext uri="{9D8B030D-6E8A-4147-A177-3AD203B41FA5}">
                      <a16:colId xmlns:a16="http://schemas.microsoft.com/office/drawing/2014/main" val="2483505"/>
                    </a:ext>
                  </a:extLst>
                </a:gridCol>
                <a:gridCol w="3175567">
                  <a:extLst>
                    <a:ext uri="{9D8B030D-6E8A-4147-A177-3AD203B41FA5}">
                      <a16:colId xmlns:a16="http://schemas.microsoft.com/office/drawing/2014/main" val="3705372010"/>
                    </a:ext>
                  </a:extLst>
                </a:gridCol>
                <a:gridCol w="3175567">
                  <a:extLst>
                    <a:ext uri="{9D8B030D-6E8A-4147-A177-3AD203B41FA5}">
                      <a16:colId xmlns:a16="http://schemas.microsoft.com/office/drawing/2014/main" val="35871604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Competitor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Focus Keywords / Themes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Key Insight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34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TCS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Cloud transformation, FinOps, legacy modernization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Uses whitepapers and frameworks to rank for enterprise cloud terms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609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Wipro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Intelligent automation, RPA, IPA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Focuses on productized automation services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942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Accenture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dirty="0"/>
                        <a:t>AI solutions, Generative AI, Cloud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Dominates thought leadership &amp; branded 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199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29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A71A-E3F8-EC92-ED77-7E4442B6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C31B-7897-861B-9612-33A2F5A9C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0" y="924232"/>
            <a:ext cx="7432096" cy="587238"/>
          </a:xfrm>
        </p:spPr>
        <p:txBody>
          <a:bodyPr/>
          <a:lstStyle/>
          <a:p>
            <a:pPr algn="ctr"/>
            <a:r>
              <a:rPr lang="en-IN" b="1" dirty="0"/>
              <a:t>On-Page SEO Optimization Audit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7FFB6-8FED-DAF6-C9E9-5C9BC5B0F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7564" y="2413066"/>
            <a:ext cx="6256868" cy="3083167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Objective: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Evaluate key on-page SEO factors for Infosys website.</a:t>
            </a:r>
          </a:p>
          <a:p>
            <a:pPr marL="0" indent="0">
              <a:buNone/>
            </a:pPr>
            <a:r>
              <a:rPr lang="en-IN" sz="2000" dirty="0"/>
              <a:t>Identify improvement areas for two core service pages.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Pages Selected:</a:t>
            </a:r>
            <a:br>
              <a:rPr lang="en-IN" sz="2000" dirty="0"/>
            </a:br>
            <a:r>
              <a:rPr lang="en-IN" sz="2000" dirty="0"/>
              <a:t>1️⃣ Cloud Services</a:t>
            </a:r>
            <a:br>
              <a:rPr lang="en-IN" sz="2000" dirty="0"/>
            </a:br>
            <a:r>
              <a:rPr lang="en-IN" sz="2000" dirty="0"/>
              <a:t>2️⃣ AI &amp; Automation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0F8B57A-67B3-EB7B-4E75-077F5093693F}"/>
              </a:ext>
            </a:extLst>
          </p:cNvPr>
          <p:cNvSpPr txBox="1">
            <a:spLocks/>
          </p:cNvSpPr>
          <p:nvPr/>
        </p:nvSpPr>
        <p:spPr>
          <a:xfrm>
            <a:off x="406823" y="1016381"/>
            <a:ext cx="1446557" cy="689515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3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0946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DEAF-1B8E-65EE-2B6D-D0CBC9596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4CBEF-05C4-F95A-DF63-BBF26B44B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0" y="924232"/>
            <a:ext cx="7432096" cy="587238"/>
          </a:xfrm>
        </p:spPr>
        <p:txBody>
          <a:bodyPr/>
          <a:lstStyle/>
          <a:p>
            <a:pPr algn="ctr"/>
            <a:r>
              <a:rPr lang="en-IN" b="1" dirty="0"/>
              <a:t>On-Page SEO Optimization Audit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AE2E6-DE62-AB9C-65C1-C278E8D58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249" y="2206588"/>
            <a:ext cx="8933498" cy="385008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800" dirty="0">
                <a:latin typeface="+mj-lt"/>
              </a:rPr>
              <a:t>Infosys Cloud Services</a:t>
            </a:r>
            <a:endParaRPr lang="en-IN" sz="2800" b="1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Findings:</a:t>
            </a:r>
            <a:endParaRPr lang="en-IN" sz="2000" dirty="0"/>
          </a:p>
          <a:p>
            <a:r>
              <a:rPr lang="en-IN" sz="2000" dirty="0"/>
              <a:t>Title &amp; Meta Tags: Optimized but lacks CTA.</a:t>
            </a:r>
          </a:p>
          <a:p>
            <a:r>
              <a:rPr lang="en-IN" sz="2000" dirty="0"/>
              <a:t>Headers: Structured well, missing secondary keyword tags.</a:t>
            </a:r>
          </a:p>
          <a:p>
            <a:r>
              <a:rPr lang="en-IN" sz="2000" dirty="0"/>
              <a:t>Internal Linking: Good, but needs blog/case study links.</a:t>
            </a:r>
          </a:p>
          <a:p>
            <a:r>
              <a:rPr lang="en-IN" sz="2000" dirty="0"/>
              <a:t>Images: Missing descriptive ALT tags.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Recommendation:</a:t>
            </a:r>
            <a:br>
              <a:rPr lang="en-IN" sz="2000" dirty="0"/>
            </a:br>
            <a:r>
              <a:rPr lang="en-IN" sz="2000" dirty="0"/>
              <a:t>Enhance content with secondary cloud keywords, add ALT texts, and link to insights/blogs.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28C685-0214-F2D7-615B-28EA568C8E38}"/>
              </a:ext>
            </a:extLst>
          </p:cNvPr>
          <p:cNvSpPr txBox="1">
            <a:spLocks/>
          </p:cNvSpPr>
          <p:nvPr/>
        </p:nvSpPr>
        <p:spPr>
          <a:xfrm>
            <a:off x="486025" y="1045878"/>
            <a:ext cx="1893925" cy="689515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3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56280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B848-E27B-0458-CB04-D6CD3DFF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E20B-667F-30F7-1C2F-304B44066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0" y="924232"/>
            <a:ext cx="7432096" cy="587238"/>
          </a:xfrm>
        </p:spPr>
        <p:txBody>
          <a:bodyPr/>
          <a:lstStyle/>
          <a:p>
            <a:pPr algn="ctr"/>
            <a:r>
              <a:rPr lang="en-IN" b="1" dirty="0"/>
              <a:t>On-Page SEO Optimization Audit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0936C-5C67-840B-814B-E94699422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249" y="2216420"/>
            <a:ext cx="8933498" cy="385008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2800" dirty="0"/>
              <a:t>AI &amp; Automation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Findings:</a:t>
            </a:r>
            <a:endParaRPr lang="en-IN" sz="2000" dirty="0"/>
          </a:p>
          <a:p>
            <a:r>
              <a:rPr lang="en-IN" sz="2000" dirty="0"/>
              <a:t>Title tag missing benefit phrase.</a:t>
            </a:r>
          </a:p>
          <a:p>
            <a:r>
              <a:rPr lang="en-IN" sz="2000" dirty="0"/>
              <a:t>Meta description too short.</a:t>
            </a:r>
          </a:p>
          <a:p>
            <a:r>
              <a:rPr lang="en-IN" sz="2000" dirty="0"/>
              <a:t>Weak keyword diversity (AI, RPA, ML missing).</a:t>
            </a:r>
          </a:p>
          <a:p>
            <a:r>
              <a:rPr lang="en-IN" sz="2000" dirty="0"/>
              <a:t>No ALT text for visuals.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Recommendation:</a:t>
            </a:r>
            <a:br>
              <a:rPr lang="en-IN" sz="2000" dirty="0"/>
            </a:br>
            <a:r>
              <a:rPr lang="en-IN" sz="2000" dirty="0"/>
              <a:t>Use actionable meta description, add “AI consulting” keywords, and apply ALT text for every image.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2C63176-D24A-DA3E-A2A8-B12DF4C5D7FA}"/>
              </a:ext>
            </a:extLst>
          </p:cNvPr>
          <p:cNvSpPr txBox="1">
            <a:spLocks/>
          </p:cNvSpPr>
          <p:nvPr/>
        </p:nvSpPr>
        <p:spPr>
          <a:xfrm>
            <a:off x="593636" y="1006549"/>
            <a:ext cx="1657951" cy="689515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3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60996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691B-39BB-7CB5-74C8-5A4EAAA83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1E451-224A-2D57-FF85-E0ED2F95C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0" y="924232"/>
            <a:ext cx="7432096" cy="587238"/>
          </a:xfrm>
        </p:spPr>
        <p:txBody>
          <a:bodyPr/>
          <a:lstStyle/>
          <a:p>
            <a:pPr algn="ctr"/>
            <a:r>
              <a:rPr lang="en-IN" b="1" dirty="0"/>
              <a:t>On-Page SEO Optimization Audit</a:t>
            </a:r>
            <a:endParaRPr lang="en-IN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8B7D72F-8607-98C9-F30C-DC8E4A47BC6E}"/>
              </a:ext>
            </a:extLst>
          </p:cNvPr>
          <p:cNvSpPr txBox="1">
            <a:spLocks/>
          </p:cNvSpPr>
          <p:nvPr/>
        </p:nvSpPr>
        <p:spPr>
          <a:xfrm>
            <a:off x="593636" y="1006549"/>
            <a:ext cx="1657951" cy="689515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3</a:t>
            </a:r>
            <a:endParaRPr lang="en-IN" sz="28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D58BA0-BB8F-FDFE-0586-4A6742814E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326480"/>
              </p:ext>
            </p:extLst>
          </p:nvPr>
        </p:nvGraphicFramePr>
        <p:xfrm>
          <a:off x="1047594" y="2936828"/>
          <a:ext cx="10096808" cy="283464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2524202">
                  <a:extLst>
                    <a:ext uri="{9D8B030D-6E8A-4147-A177-3AD203B41FA5}">
                      <a16:colId xmlns:a16="http://schemas.microsoft.com/office/drawing/2014/main" val="1990101674"/>
                    </a:ext>
                  </a:extLst>
                </a:gridCol>
                <a:gridCol w="2524202">
                  <a:extLst>
                    <a:ext uri="{9D8B030D-6E8A-4147-A177-3AD203B41FA5}">
                      <a16:colId xmlns:a16="http://schemas.microsoft.com/office/drawing/2014/main" val="750022637"/>
                    </a:ext>
                  </a:extLst>
                </a:gridCol>
                <a:gridCol w="2524202">
                  <a:extLst>
                    <a:ext uri="{9D8B030D-6E8A-4147-A177-3AD203B41FA5}">
                      <a16:colId xmlns:a16="http://schemas.microsoft.com/office/drawing/2014/main" val="2880134142"/>
                    </a:ext>
                  </a:extLst>
                </a:gridCol>
                <a:gridCol w="2524202">
                  <a:extLst>
                    <a:ext uri="{9D8B030D-6E8A-4147-A177-3AD203B41FA5}">
                      <a16:colId xmlns:a16="http://schemas.microsoft.com/office/drawing/2014/main" val="132712481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SEO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Cloud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AI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Recommendation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1656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Title Tag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Add CTAs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2776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Meta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Add clarity &amp; action words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4221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Add subtopic keywords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2971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Keyword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Expand with LSI terms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8926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Internal Linking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Add case study/blog links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7067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Image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Add descriptive ALT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0542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3AC9CE-EFCE-6433-72E4-B321EB03B873}"/>
              </a:ext>
            </a:extLst>
          </p:cNvPr>
          <p:cNvSpPr txBox="1"/>
          <p:nvPr/>
        </p:nvSpPr>
        <p:spPr>
          <a:xfrm>
            <a:off x="1047594" y="2131780"/>
            <a:ext cx="261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Comparison Summary</a:t>
            </a:r>
          </a:p>
        </p:txBody>
      </p:sp>
    </p:spTree>
    <p:extLst>
      <p:ext uri="{BB962C8B-B14F-4D97-AF65-F5344CB8AC3E}">
        <p14:creationId xmlns:p14="http://schemas.microsoft.com/office/powerpoint/2010/main" val="1137940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89495-86AB-39F7-2F83-9FC86EB0C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A7A0-4CF3-03D3-A00C-3644494D7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0" y="5783406"/>
            <a:ext cx="4909445" cy="689515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solidFill>
                  <a:schemeClr val="bg1"/>
                </a:solidFill>
              </a:rPr>
              <a:t>Technical SEO</a:t>
            </a:r>
            <a:br>
              <a:rPr lang="en-IN" sz="3100" b="1" dirty="0">
                <a:solidFill>
                  <a:schemeClr val="bg1"/>
                </a:solidFill>
              </a:rPr>
            </a:br>
            <a:br>
              <a:rPr lang="en-IN" sz="2800" dirty="0"/>
            </a:b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B4DC6-0C92-653F-5E0C-38245186C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4</a:t>
            </a:r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438550-D5B5-B4C1-6322-0C7F17AB6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805" y="768348"/>
            <a:ext cx="8332390" cy="42048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🔹 Pages Audited:</a:t>
            </a:r>
          </a:p>
          <a:p>
            <a:pPr marL="0" indent="0">
              <a:buNone/>
            </a:pPr>
            <a:r>
              <a:rPr lang="en-IN" dirty="0"/>
              <a:t>1️⃣ Homepage → </a:t>
            </a:r>
            <a:r>
              <a:rPr lang="en-IN" dirty="0">
                <a:hlinkClick r:id="rId3"/>
              </a:rPr>
              <a:t>https://www.infosys.com</a:t>
            </a:r>
            <a:br>
              <a:rPr lang="en-IN" dirty="0"/>
            </a:br>
            <a:r>
              <a:rPr lang="en-IN" dirty="0"/>
              <a:t>2️⃣ Cloud Services → </a:t>
            </a:r>
            <a:r>
              <a:rPr lang="en-IN" dirty="0">
                <a:hlinkClick r:id="rId4"/>
              </a:rPr>
              <a:t>https://www.infosys.com/services/cloud.html</a:t>
            </a:r>
            <a:br>
              <a:rPr lang="en-IN" dirty="0"/>
            </a:br>
            <a:r>
              <a:rPr lang="en-IN" dirty="0"/>
              <a:t>3️⃣ AI &amp; Automation → </a:t>
            </a:r>
            <a:r>
              <a:rPr lang="en-IN" dirty="0">
                <a:hlinkClick r:id="rId5"/>
              </a:rPr>
              <a:t>https://www.infosys.com/services/ai-automation.html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1816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2CE09-56BC-E6CA-092D-B54A97745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3BBE-21BA-98D7-AFA3-AA090FB4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0" y="5783406"/>
            <a:ext cx="4909445" cy="689515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solidFill>
                  <a:schemeClr val="bg1"/>
                </a:solidFill>
              </a:rPr>
              <a:t>Technical SEO</a:t>
            </a:r>
            <a:br>
              <a:rPr lang="en-IN" sz="3100" b="1" dirty="0">
                <a:solidFill>
                  <a:schemeClr val="bg1"/>
                </a:solidFill>
              </a:rPr>
            </a:br>
            <a:br>
              <a:rPr lang="en-IN" sz="2800" dirty="0"/>
            </a:b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20DEB-AFCB-93FE-4742-27F57740A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4</a:t>
            </a:r>
            <a:endParaRPr lang="en-IN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EDCCB1-6DFE-CF70-C9CD-BDE117F6D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5" y="601200"/>
            <a:ext cx="6061139" cy="68951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+mj-lt"/>
              </a:rPr>
              <a:t>Analysis of Current Technical SEO Status</a:t>
            </a:r>
            <a:endParaRPr lang="en-IN" sz="2400" dirty="0"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421712-303B-7472-6086-237F7F21C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945108"/>
              </p:ext>
            </p:extLst>
          </p:nvPr>
        </p:nvGraphicFramePr>
        <p:xfrm>
          <a:off x="580860" y="1290715"/>
          <a:ext cx="11029950" cy="256032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1749473442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345335205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37516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Element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Status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Remarks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910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Page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⚠️ 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Optimize JS &amp; image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8246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Mobile Friendliness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Responsive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2871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HTTPS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Secure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199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Core Web Vitals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Needs 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31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Sitemap / Robots.txt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265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Broken Links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⚠️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Minor redirects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693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ED436C-7279-E058-43AA-6B50FFCE7D77}"/>
              </a:ext>
            </a:extLst>
          </p:cNvPr>
          <p:cNvSpPr txBox="1"/>
          <p:nvPr/>
        </p:nvSpPr>
        <p:spPr>
          <a:xfrm>
            <a:off x="1386727" y="4186607"/>
            <a:ext cx="9418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Summary:</a:t>
            </a:r>
            <a:r>
              <a:rPr lang="en-US" sz="2000" dirty="0"/>
              <a:t> Infosys has a strong structure but needs speed &amp; technical improvements for better SEO performance.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38879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962B4-CD36-3AE2-F528-BF0FE2C4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3EC6-48AF-0595-3688-B59ED7C2E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0" y="5783406"/>
            <a:ext cx="4909445" cy="689515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solidFill>
                  <a:schemeClr val="bg1"/>
                </a:solidFill>
              </a:rPr>
              <a:t>Technical SEO</a:t>
            </a:r>
            <a:br>
              <a:rPr lang="en-IN" sz="3100" b="1" dirty="0">
                <a:solidFill>
                  <a:schemeClr val="bg1"/>
                </a:solidFill>
              </a:rPr>
            </a:br>
            <a:br>
              <a:rPr lang="en-IN" sz="2800" dirty="0"/>
            </a:b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FE99D-392F-73DA-69BF-7B6428A36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4</a:t>
            </a:r>
            <a:endParaRPr lang="en-IN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8BF48-A624-21E9-72AB-E51999287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5" y="601200"/>
            <a:ext cx="6061139" cy="689515"/>
          </a:xfrm>
        </p:spPr>
        <p:txBody>
          <a:bodyPr>
            <a:noAutofit/>
          </a:bodyPr>
          <a:lstStyle/>
          <a:p>
            <a:r>
              <a:rPr lang="en-IN" sz="2400" dirty="0"/>
              <a:t>Technical Issues &amp; Recommendations</a:t>
            </a:r>
            <a:endParaRPr lang="en-IN" sz="2400" dirty="0">
              <a:latin typeface="+mj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0066776-586D-21F0-ED01-B65426488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56967"/>
              </p:ext>
            </p:extLst>
          </p:nvPr>
        </p:nvGraphicFramePr>
        <p:xfrm>
          <a:off x="581190" y="1735791"/>
          <a:ext cx="11029950" cy="256032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3623868272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581203828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991440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Issue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Recommendation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803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Homepage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Large image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Compress &amp; convert to WebP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818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Homepage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Missing ALT tags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 descriptive ALT 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921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Cloud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 structured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 JSON-LD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832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Cloud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Too many CSS requests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Combine &amp; minify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949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AI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High LCP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Apply lazy loading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799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AI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Missing breadcrumbs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Add breadcrumb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946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769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F2BBC-637A-7076-D771-7B38E7D3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94CCF-BDD0-18FF-DE8F-886E2B3B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0" y="5783406"/>
            <a:ext cx="4909445" cy="689515"/>
          </a:xfrm>
        </p:spPr>
        <p:txBody>
          <a:bodyPr>
            <a:normAutofit fontScale="90000"/>
          </a:bodyPr>
          <a:lstStyle/>
          <a:p>
            <a:r>
              <a:rPr lang="en-IN" sz="3100" b="1" dirty="0">
                <a:solidFill>
                  <a:schemeClr val="bg1"/>
                </a:solidFill>
              </a:rPr>
              <a:t>Technical SEO</a:t>
            </a:r>
            <a:br>
              <a:rPr lang="en-IN" sz="3100" b="1" dirty="0">
                <a:solidFill>
                  <a:schemeClr val="bg1"/>
                </a:solidFill>
              </a:rPr>
            </a:br>
            <a:br>
              <a:rPr lang="en-IN" sz="2800" dirty="0"/>
            </a:b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0D989-5E1F-49C7-9770-77B2E2F1A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4</a:t>
            </a:r>
            <a:endParaRPr lang="en-IN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27CB3-6E6B-D88C-3623-FC1DDAE6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5" y="601200"/>
            <a:ext cx="6061139" cy="689515"/>
          </a:xfrm>
        </p:spPr>
        <p:txBody>
          <a:bodyPr>
            <a:noAutofit/>
          </a:bodyPr>
          <a:lstStyle/>
          <a:p>
            <a:r>
              <a:rPr lang="en-US" sz="2400" dirty="0"/>
              <a:t>5 Best Practices for Site Speed</a:t>
            </a:r>
            <a:endParaRPr lang="en-IN" sz="24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180B3-FF54-1AE6-39A6-8DCF844A3A9B}"/>
              </a:ext>
            </a:extLst>
          </p:cNvPr>
          <p:cNvSpPr txBox="1"/>
          <p:nvPr/>
        </p:nvSpPr>
        <p:spPr>
          <a:xfrm>
            <a:off x="1725561" y="1737968"/>
            <a:ext cx="874087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1️⃣ Enable browser caching</a:t>
            </a:r>
            <a:br>
              <a:rPr lang="en-IN" sz="2000" dirty="0"/>
            </a:br>
            <a:r>
              <a:rPr lang="en-IN" sz="2000" dirty="0"/>
              <a:t>2️⃣ Compress &amp; optimize images (</a:t>
            </a:r>
            <a:r>
              <a:rPr lang="en-IN" sz="2000" dirty="0" err="1"/>
              <a:t>WebP</a:t>
            </a:r>
            <a:r>
              <a:rPr lang="en-IN" sz="2000" dirty="0"/>
              <a:t>)</a:t>
            </a:r>
            <a:br>
              <a:rPr lang="en-IN" sz="2000" dirty="0"/>
            </a:br>
            <a:r>
              <a:rPr lang="en-IN" sz="2000" dirty="0"/>
              <a:t>3️⃣ Minify CSS, JS, and HTML</a:t>
            </a:r>
            <a:br>
              <a:rPr lang="en-IN" sz="2000" dirty="0"/>
            </a:br>
            <a:r>
              <a:rPr lang="en-IN" sz="2000" dirty="0"/>
              <a:t>4️⃣ Use CDN for faster global delivery</a:t>
            </a:r>
            <a:br>
              <a:rPr lang="en-IN" sz="2000" dirty="0"/>
            </a:br>
            <a:r>
              <a:rPr lang="en-IN" sz="2000" dirty="0"/>
              <a:t>5️⃣ Implement lazy loading for heavy content</a:t>
            </a:r>
          </a:p>
          <a:p>
            <a:endParaRPr lang="en-IN" sz="2000" dirty="0"/>
          </a:p>
          <a:p>
            <a:r>
              <a:rPr lang="en-IN" sz="2000" b="1" dirty="0"/>
              <a:t>Result:</a:t>
            </a:r>
            <a:r>
              <a:rPr lang="en-IN" sz="2000" dirty="0"/>
              <a:t> Faster load time, improved Core Web Vitals, and better ranking potential.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92834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4667A-D4D2-9C2F-9403-32F00282E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86293-8DC7-ABB1-E0FF-0A1E68FB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0" y="924232"/>
            <a:ext cx="7432096" cy="587238"/>
          </a:xfrm>
        </p:spPr>
        <p:txBody>
          <a:bodyPr/>
          <a:lstStyle/>
          <a:p>
            <a:pPr algn="ctr"/>
            <a:r>
              <a:rPr lang="en-IN" b="1" dirty="0"/>
              <a:t>Content Strategy Plan</a:t>
            </a:r>
            <a:endParaRPr lang="en-IN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233E913-DDB7-0713-A8D1-019CB02496DC}"/>
              </a:ext>
            </a:extLst>
          </p:cNvPr>
          <p:cNvSpPr txBox="1">
            <a:spLocks/>
          </p:cNvSpPr>
          <p:nvPr/>
        </p:nvSpPr>
        <p:spPr>
          <a:xfrm>
            <a:off x="593636" y="1006549"/>
            <a:ext cx="1657951" cy="689515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5</a:t>
            </a:r>
            <a:endParaRPr lang="en-IN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1034F-7DD6-8FC7-0D40-D81A7CF34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7" y="1927342"/>
            <a:ext cx="10477486" cy="2428349"/>
          </a:xfrm>
        </p:spPr>
        <p:txBody>
          <a:bodyPr>
            <a:normAutofit/>
          </a:bodyPr>
          <a:lstStyle/>
          <a:p>
            <a:r>
              <a:rPr lang="en-IN" sz="2000" b="1" dirty="0"/>
              <a:t>Objective:</a:t>
            </a:r>
            <a:br>
              <a:rPr lang="en-IN" sz="2000" dirty="0"/>
            </a:br>
            <a:r>
              <a:rPr lang="en-IN" sz="2000" dirty="0"/>
              <a:t>Develop a strategic content plan aligned with keyword research to target high-priority keywords through engaging blogs and content formats.</a:t>
            </a:r>
          </a:p>
          <a:p>
            <a:r>
              <a:rPr lang="en-IN" sz="2000" b="1" dirty="0"/>
              <a:t>Focus Areas:</a:t>
            </a:r>
            <a:endParaRPr lang="en-IN" sz="2000" dirty="0"/>
          </a:p>
          <a:p>
            <a:r>
              <a:rPr lang="en-IN" sz="2000" dirty="0"/>
              <a:t>Infosys Cloud Services</a:t>
            </a:r>
          </a:p>
          <a:p>
            <a:r>
              <a:rPr lang="en-IN" sz="2000" dirty="0"/>
              <a:t>Infosys AI &amp; Automation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376F8B-6BB3-19E2-41D4-E4A9BA2D9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207661"/>
              </p:ext>
            </p:extLst>
          </p:nvPr>
        </p:nvGraphicFramePr>
        <p:xfrm>
          <a:off x="738341" y="4771563"/>
          <a:ext cx="11029950" cy="13716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3345733435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026191355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375017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Pillar Topic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Focus Keywords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Content Format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8877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Transformation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cloud migration, cloud modernization, cost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Blogs, Infographics, Case Studies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189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&amp; Intelligent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dirty="0"/>
                        <a:t>AI automation, RPA, AI consulting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Blogs, Whitepapers, Videos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245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725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6200-B31B-5D1B-31DB-1EB45C82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875A-7388-8762-B926-B23D7DC7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9950" y="924232"/>
            <a:ext cx="7432096" cy="587238"/>
          </a:xfrm>
        </p:spPr>
        <p:txBody>
          <a:bodyPr/>
          <a:lstStyle/>
          <a:p>
            <a:pPr algn="ctr"/>
            <a:r>
              <a:rPr lang="en-IN" b="1" dirty="0"/>
              <a:t>Content Strategy Plan</a:t>
            </a:r>
            <a:endParaRPr lang="en-IN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F792531-BC20-EB68-D46B-C85B35FFBE99}"/>
              </a:ext>
            </a:extLst>
          </p:cNvPr>
          <p:cNvSpPr txBox="1">
            <a:spLocks/>
          </p:cNvSpPr>
          <p:nvPr/>
        </p:nvSpPr>
        <p:spPr>
          <a:xfrm>
            <a:off x="593636" y="1006549"/>
            <a:ext cx="1657951" cy="689515"/>
          </a:xfrm>
          <a:prstGeom prst="rect">
            <a:avLst/>
          </a:prstGeom>
        </p:spPr>
        <p:txBody>
          <a:bodyPr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TASK 5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3EDA5-1BB3-4CA6-9F48-77A535E9E09E}"/>
              </a:ext>
            </a:extLst>
          </p:cNvPr>
          <p:cNvSpPr txBox="1"/>
          <p:nvPr/>
        </p:nvSpPr>
        <p:spPr>
          <a:xfrm>
            <a:off x="835742" y="1975399"/>
            <a:ext cx="3441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Content Formats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2452CAD-F718-6AC1-2FA2-51C981CD6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660582"/>
              </p:ext>
            </p:extLst>
          </p:nvPr>
        </p:nvGraphicFramePr>
        <p:xfrm>
          <a:off x="581023" y="2716399"/>
          <a:ext cx="11029950" cy="329184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915245409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434465019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527723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Content Type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Example for Infosys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4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Blog Posts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Target high-volume keywords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“Top 5 Cloud Migration Challenges and Solutions”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08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Case Studies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Show proven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“How Infosys Helped a Bank Migrate to Cloud”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12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Whitepapers / eBooks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Capture B2B leads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“AI in Enterprise Transformation 2025”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960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Infographics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Quick data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“Journey to Cloud Modernization”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6106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Videos / Webinars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Increase 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“The Future of AI-Powered Enterprises”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737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177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12120-52FB-043F-9C27-F86A772243D7}"/>
              </a:ext>
            </a:extLst>
          </p:cNvPr>
          <p:cNvSpPr txBox="1"/>
          <p:nvPr/>
        </p:nvSpPr>
        <p:spPr>
          <a:xfrm>
            <a:off x="0" y="737419"/>
            <a:ext cx="12192000" cy="523220"/>
          </a:xfrm>
          <a:prstGeom prst="rect">
            <a:avLst/>
          </a:prstGeom>
          <a:solidFill>
            <a:srgbClr val="60D2FA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Create a SEO Strategy and Recommendation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8911E-6B70-D229-D97F-A47E36F68A39}"/>
              </a:ext>
            </a:extLst>
          </p:cNvPr>
          <p:cNvSpPr txBox="1"/>
          <p:nvPr/>
        </p:nvSpPr>
        <p:spPr>
          <a:xfrm>
            <a:off x="0" y="798974"/>
            <a:ext cx="1111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TASK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9A52C-8E12-232D-9A08-10B87E954F7B}"/>
              </a:ext>
            </a:extLst>
          </p:cNvPr>
          <p:cNvSpPr txBox="1"/>
          <p:nvPr/>
        </p:nvSpPr>
        <p:spPr>
          <a:xfrm>
            <a:off x="712838" y="1502688"/>
            <a:ext cx="111841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🎯 Objective</a:t>
            </a:r>
          </a:p>
          <a:p>
            <a:r>
              <a:rPr lang="en-US" sz="2000" dirty="0"/>
              <a:t>To provide </a:t>
            </a:r>
            <a:r>
              <a:rPr lang="en-US" sz="2000" b="1" dirty="0"/>
              <a:t>actionable recommendations</a:t>
            </a:r>
            <a:r>
              <a:rPr lang="en-US" sz="2000" dirty="0"/>
              <a:t> for Infosys’s website SEO growth through structured improvements in </a:t>
            </a:r>
            <a:r>
              <a:rPr lang="en-US" sz="2000" b="1" dirty="0"/>
              <a:t>technical</a:t>
            </a:r>
            <a:r>
              <a:rPr lang="en-US" sz="2000" dirty="0"/>
              <a:t>, </a:t>
            </a:r>
            <a:r>
              <a:rPr lang="en-US" sz="2000" b="1" dirty="0"/>
              <a:t>on-page</a:t>
            </a:r>
            <a:r>
              <a:rPr lang="en-US" sz="2000" dirty="0"/>
              <a:t>, </a:t>
            </a:r>
            <a:r>
              <a:rPr lang="en-US" sz="2000" b="1" dirty="0"/>
              <a:t>off-page</a:t>
            </a:r>
            <a:r>
              <a:rPr lang="en-US" sz="2000" dirty="0"/>
              <a:t>, and </a:t>
            </a:r>
            <a:r>
              <a:rPr lang="en-US" sz="2000" b="1" dirty="0"/>
              <a:t>content strategies</a:t>
            </a:r>
            <a:r>
              <a:rPr lang="en-US" sz="2000" dirty="0"/>
              <a:t> — supported by measurable goals.</a:t>
            </a:r>
          </a:p>
          <a:p>
            <a:br>
              <a:rPr lang="en-US" sz="2000" dirty="0"/>
            </a:br>
            <a:r>
              <a:rPr lang="en-US" sz="2000" b="1" dirty="0"/>
              <a:t>Summary of Key Findings</a:t>
            </a:r>
          </a:p>
          <a:p>
            <a:endParaRPr lang="en-US" sz="2000" b="1" dirty="0"/>
          </a:p>
          <a:p>
            <a:r>
              <a:rPr lang="en-US" sz="2000" b="1" dirty="0"/>
              <a:t>From SEO Audit:</a:t>
            </a:r>
            <a:endParaRPr lang="en-US" sz="2000" dirty="0"/>
          </a:p>
          <a:p>
            <a:r>
              <a:rPr lang="en-US" sz="2000" dirty="0"/>
              <a:t>Good structure but </a:t>
            </a:r>
            <a:r>
              <a:rPr lang="en-US" sz="2000" b="1" dirty="0"/>
              <a:t>missing meta tags</a:t>
            </a:r>
            <a:r>
              <a:rPr lang="en-US" sz="2000" dirty="0"/>
              <a:t> on some pages.</a:t>
            </a:r>
          </a:p>
          <a:p>
            <a:r>
              <a:rPr lang="en-US" sz="2000" b="1" dirty="0"/>
              <a:t>Slow loading speed</a:t>
            </a:r>
            <a:r>
              <a:rPr lang="en-US" sz="2000" dirty="0"/>
              <a:t> on mobile.</a:t>
            </a:r>
          </a:p>
          <a:p>
            <a:r>
              <a:rPr lang="en-US" sz="2000" b="1" dirty="0"/>
              <a:t>Broken internal links</a:t>
            </a:r>
            <a:r>
              <a:rPr lang="en-US" sz="2000" dirty="0"/>
              <a:t> found on older service pages.</a:t>
            </a:r>
          </a:p>
          <a:p>
            <a:endParaRPr lang="en-US" sz="2000" dirty="0"/>
          </a:p>
          <a:p>
            <a:r>
              <a:rPr lang="en-US" sz="2000" b="1" dirty="0"/>
              <a:t>From Keyword Research:</a:t>
            </a:r>
            <a:endParaRPr lang="en-US" sz="2000" dirty="0"/>
          </a:p>
          <a:p>
            <a:r>
              <a:rPr lang="en-US" sz="2000" dirty="0"/>
              <a:t>Strong presence in </a:t>
            </a:r>
            <a:r>
              <a:rPr lang="en-US" sz="2000" b="1" dirty="0"/>
              <a:t>brand-related keywords</a:t>
            </a:r>
            <a:r>
              <a:rPr lang="en-US" sz="2000" dirty="0"/>
              <a:t>.</a:t>
            </a:r>
          </a:p>
          <a:p>
            <a:r>
              <a:rPr lang="en-US" sz="2000" dirty="0"/>
              <a:t>Need improvement in </a:t>
            </a:r>
            <a:r>
              <a:rPr lang="en-US" sz="2000" b="1" dirty="0"/>
              <a:t>service-specific and transactional keywords</a:t>
            </a:r>
            <a:r>
              <a:rPr lang="en-US" sz="2000" dirty="0"/>
              <a:t> (e.g., “cloud migration services,” “AI automation solutions”).</a:t>
            </a:r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18155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8287-F1D1-DF21-B6F3-38AFBAD1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429C95-974C-9212-A00F-D42DD0A7D52A}"/>
              </a:ext>
            </a:extLst>
          </p:cNvPr>
          <p:cNvSpPr txBox="1"/>
          <p:nvPr/>
        </p:nvSpPr>
        <p:spPr>
          <a:xfrm>
            <a:off x="0" y="737419"/>
            <a:ext cx="12192000" cy="523220"/>
          </a:xfrm>
          <a:prstGeom prst="rect">
            <a:avLst/>
          </a:prstGeom>
          <a:solidFill>
            <a:srgbClr val="60D2FA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Create a SEO Strategy and Recommendation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75DFD-229F-ED29-6F5B-7786C0F3D1D0}"/>
              </a:ext>
            </a:extLst>
          </p:cNvPr>
          <p:cNvSpPr txBox="1"/>
          <p:nvPr/>
        </p:nvSpPr>
        <p:spPr>
          <a:xfrm>
            <a:off x="0" y="798974"/>
            <a:ext cx="1111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TASK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858309-5A74-2781-7451-8D38205AAF6C}"/>
              </a:ext>
            </a:extLst>
          </p:cNvPr>
          <p:cNvSpPr txBox="1"/>
          <p:nvPr/>
        </p:nvSpPr>
        <p:spPr>
          <a:xfrm>
            <a:off x="555522" y="1543665"/>
            <a:ext cx="3510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+mj-lt"/>
              </a:rPr>
              <a:t>Fix Technical Issues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8A1067-DA1A-D7CB-62A3-178453FB3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40790"/>
              </p:ext>
            </p:extLst>
          </p:nvPr>
        </p:nvGraphicFramePr>
        <p:xfrm>
          <a:off x="581025" y="2540655"/>
          <a:ext cx="11029950" cy="3139062"/>
        </p:xfrm>
        <a:graphic>
          <a:graphicData uri="http://schemas.openxmlformats.org/drawingml/2006/table">
            <a:tbl>
              <a:tblPr firstRow="1"/>
              <a:tblGrid>
                <a:gridCol w="3676650">
                  <a:extLst>
                    <a:ext uri="{9D8B030D-6E8A-4147-A177-3AD203B41FA5}">
                      <a16:colId xmlns:a16="http://schemas.microsoft.com/office/drawing/2014/main" val="2164658026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56278573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408872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b="1"/>
                        <a:t>Issue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b="1"/>
                        <a:t>Recommendation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b="1"/>
                        <a:t>Expected Result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832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Slow Page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dirty="0"/>
                        <a:t>Compress images, enable caching, use CDN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Faster load time (&lt;3 sec)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83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Broken Links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Identify and fix 404 errors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Improved crawlability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01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Missing Meta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Add keyword-rich meta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Higher CTR &amp; 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565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Mobile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Responsive design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Better mobile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981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XML Sitemap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Submit updated sitemap to Google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Easier indexing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543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737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290FF-9174-05A0-0148-C49A63E2F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87DFBB-9905-7616-61CF-E3625E03D869}"/>
              </a:ext>
            </a:extLst>
          </p:cNvPr>
          <p:cNvSpPr txBox="1"/>
          <p:nvPr/>
        </p:nvSpPr>
        <p:spPr>
          <a:xfrm>
            <a:off x="0" y="737419"/>
            <a:ext cx="12192000" cy="523220"/>
          </a:xfrm>
          <a:prstGeom prst="rect">
            <a:avLst/>
          </a:prstGeom>
          <a:solidFill>
            <a:srgbClr val="60D2FA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Create a SEO Strategy and Recommendation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C6314F-D823-25F6-AFC8-64630F98C85D}"/>
              </a:ext>
            </a:extLst>
          </p:cNvPr>
          <p:cNvSpPr txBox="1"/>
          <p:nvPr/>
        </p:nvSpPr>
        <p:spPr>
          <a:xfrm>
            <a:off x="0" y="798974"/>
            <a:ext cx="1111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TASK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4F5BAD-DB2D-A5E5-E53D-48BC83652B92}"/>
              </a:ext>
            </a:extLst>
          </p:cNvPr>
          <p:cNvSpPr txBox="1"/>
          <p:nvPr/>
        </p:nvSpPr>
        <p:spPr>
          <a:xfrm>
            <a:off x="555522" y="1543665"/>
            <a:ext cx="4242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On-Page Optimization Plan</a:t>
            </a:r>
            <a:endParaRPr lang="en-IN" sz="2800" dirty="0">
              <a:latin typeface="+mj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115479-7F5B-3BD4-8B48-001AF138D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295199"/>
              </p:ext>
            </p:extLst>
          </p:nvPr>
        </p:nvGraphicFramePr>
        <p:xfrm>
          <a:off x="581025" y="2349911"/>
          <a:ext cx="11029950" cy="2727582"/>
        </p:xfrm>
        <a:graphic>
          <a:graphicData uri="http://schemas.openxmlformats.org/drawingml/2006/table">
            <a:tbl>
              <a:tblPr/>
              <a:tblGrid>
                <a:gridCol w="3676650">
                  <a:extLst>
                    <a:ext uri="{9D8B030D-6E8A-4147-A177-3AD203B41FA5}">
                      <a16:colId xmlns:a16="http://schemas.microsoft.com/office/drawing/2014/main" val="3586258134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1725323964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614100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b="1"/>
                        <a:t>Focus Area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b="1"/>
                        <a:t>Action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b="1"/>
                        <a:t>Outcome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465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Title &amp; Meta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Optimize with primary keywords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Better ranking &amp; CTR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60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Headings (H1–H3)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Include target keywords naturally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Improved content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218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Internal Linking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Connect blogs &amp; service 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Stronger SEO authority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365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Image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Add descriptive alt texts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Better image SEO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394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Keyword 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Maintain 1–2% keyword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Balanced keyword relevance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764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60A4BF3-023D-9A59-B84C-C51BCCDF7B6D}"/>
              </a:ext>
            </a:extLst>
          </p:cNvPr>
          <p:cNvSpPr txBox="1"/>
          <p:nvPr/>
        </p:nvSpPr>
        <p:spPr>
          <a:xfrm>
            <a:off x="1553497" y="5466735"/>
            <a:ext cx="9085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✅ </a:t>
            </a:r>
            <a:r>
              <a:rPr lang="en-US" sz="2000" i="1" dirty="0"/>
              <a:t>Goal:</a:t>
            </a:r>
            <a:r>
              <a:rPr lang="en-US" sz="2000" dirty="0"/>
              <a:t> Ensure every key page (Home, Cloud, AI &amp; Automation) is fully optimized for targeted keywords.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59042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C51E7-C9E6-94D5-95E8-82F97A7C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45F3A1-6A69-0115-8D3F-6D614E5CC610}"/>
              </a:ext>
            </a:extLst>
          </p:cNvPr>
          <p:cNvSpPr txBox="1"/>
          <p:nvPr/>
        </p:nvSpPr>
        <p:spPr>
          <a:xfrm>
            <a:off x="0" y="737419"/>
            <a:ext cx="12192000" cy="523220"/>
          </a:xfrm>
          <a:prstGeom prst="rect">
            <a:avLst/>
          </a:prstGeom>
          <a:solidFill>
            <a:srgbClr val="60D2FA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Create a SEO Strategy and Recommendation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164FF-F44A-47E5-F0A7-D569647D85E8}"/>
              </a:ext>
            </a:extLst>
          </p:cNvPr>
          <p:cNvSpPr txBox="1"/>
          <p:nvPr/>
        </p:nvSpPr>
        <p:spPr>
          <a:xfrm>
            <a:off x="0" y="798974"/>
            <a:ext cx="1111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TASK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3F3E2-B27C-98DD-5ACC-973765A76042}"/>
              </a:ext>
            </a:extLst>
          </p:cNvPr>
          <p:cNvSpPr txBox="1"/>
          <p:nvPr/>
        </p:nvSpPr>
        <p:spPr>
          <a:xfrm>
            <a:off x="555522" y="1543665"/>
            <a:ext cx="4242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Off-Page SEO Strategy</a:t>
            </a:r>
            <a:endParaRPr lang="en-IN" sz="2800" dirty="0">
              <a:latin typeface="+mj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BC66D7-B213-C82B-494D-8B4849EDB68C}"/>
              </a:ext>
            </a:extLst>
          </p:cNvPr>
          <p:cNvGraphicFramePr>
            <a:graphicFrameLocks noGrp="1"/>
          </p:cNvGraphicFramePr>
          <p:nvPr/>
        </p:nvGraphicFramePr>
        <p:xfrm>
          <a:off x="581025" y="2388255"/>
          <a:ext cx="11029950" cy="2926080"/>
        </p:xfrm>
        <a:graphic>
          <a:graphicData uri="http://schemas.openxmlformats.org/drawingml/2006/table">
            <a:tbl>
              <a:tblPr firstRow="1"/>
              <a:tblGrid>
                <a:gridCol w="3676650">
                  <a:extLst>
                    <a:ext uri="{9D8B030D-6E8A-4147-A177-3AD203B41FA5}">
                      <a16:colId xmlns:a16="http://schemas.microsoft.com/office/drawing/2014/main" val="136965255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502994995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717851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Activity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Action Plan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Expected Impact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655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Link Building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Guest posting on tech blogs, partnerships with IT portals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Boost domain authority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553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Social Sharing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Promote blog content on LinkedIn, Twitter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Increase reach &amp; backlinks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260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Online Directories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Submit Infosys listings to trusted business directories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Strengthen credibility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248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Brand Mentions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Encourage mentions from industry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Build trust &amp;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536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254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C34E0-504C-9E81-DF35-4BEC380A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213C6B-22A7-2F98-3354-0C6F19F7C02E}"/>
              </a:ext>
            </a:extLst>
          </p:cNvPr>
          <p:cNvSpPr txBox="1"/>
          <p:nvPr/>
        </p:nvSpPr>
        <p:spPr>
          <a:xfrm>
            <a:off x="0" y="737419"/>
            <a:ext cx="12192000" cy="523220"/>
          </a:xfrm>
          <a:prstGeom prst="rect">
            <a:avLst/>
          </a:prstGeom>
          <a:solidFill>
            <a:srgbClr val="60D2FA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Create a SEO Strategy and Recommendation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ECC22-B3AC-D04D-9FB6-19847A203480}"/>
              </a:ext>
            </a:extLst>
          </p:cNvPr>
          <p:cNvSpPr txBox="1"/>
          <p:nvPr/>
        </p:nvSpPr>
        <p:spPr>
          <a:xfrm>
            <a:off x="0" y="798974"/>
            <a:ext cx="1111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TASK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0FF13-943A-1C6D-A522-7EC6B3AE8D4F}"/>
              </a:ext>
            </a:extLst>
          </p:cNvPr>
          <p:cNvSpPr txBox="1"/>
          <p:nvPr/>
        </p:nvSpPr>
        <p:spPr>
          <a:xfrm>
            <a:off x="555522" y="1543665"/>
            <a:ext cx="4242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Measurable SEO Goals</a:t>
            </a:r>
            <a:endParaRPr lang="en-IN" sz="2800" dirty="0">
              <a:latin typeface="+mj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4CE85B-0635-F3D4-C4BA-D9A09D7E1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525269"/>
              </p:ext>
            </p:extLst>
          </p:nvPr>
        </p:nvGraphicFramePr>
        <p:xfrm>
          <a:off x="581025" y="2586753"/>
          <a:ext cx="11029950" cy="2727582"/>
        </p:xfrm>
        <a:graphic>
          <a:graphicData uri="http://schemas.openxmlformats.org/drawingml/2006/table">
            <a:tbl>
              <a:tblPr firstRow="1"/>
              <a:tblGrid>
                <a:gridCol w="3676650">
                  <a:extLst>
                    <a:ext uri="{9D8B030D-6E8A-4147-A177-3AD203B41FA5}">
                      <a16:colId xmlns:a16="http://schemas.microsoft.com/office/drawing/2014/main" val="122171197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560742364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34140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b="1"/>
                        <a:t>Metric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b="1"/>
                        <a:t>Target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b="1"/>
                        <a:t>Timeline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5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Organic Traffic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+20% increase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Within 3 months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300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Page Load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&lt;3 seconds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Continuous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424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Keyword Ranking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Top 10 for 10 key terms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4 months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127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Backlink Growth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+15 quality backlinks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3 months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612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Bounce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/>
                        <a:t>&lt;40%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IN" dirty="0"/>
                        <a:t>Ongoing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263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EB6B668-4875-F7BF-07C1-50236AA1DCD9}"/>
              </a:ext>
            </a:extLst>
          </p:cNvPr>
          <p:cNvSpPr txBox="1"/>
          <p:nvPr/>
        </p:nvSpPr>
        <p:spPr>
          <a:xfrm>
            <a:off x="3102077" y="5649537"/>
            <a:ext cx="598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</a:t>
            </a:r>
            <a:r>
              <a:rPr lang="en-US" i="1" dirty="0"/>
              <a:t>All actions are data-driven to support sustainable SEO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618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7B24-42F2-BA8B-91A2-0E6E930B7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EE22E8-0F54-F46E-5112-C4005A699F9A}"/>
              </a:ext>
            </a:extLst>
          </p:cNvPr>
          <p:cNvSpPr txBox="1"/>
          <p:nvPr/>
        </p:nvSpPr>
        <p:spPr>
          <a:xfrm>
            <a:off x="0" y="737419"/>
            <a:ext cx="12192000" cy="523220"/>
          </a:xfrm>
          <a:prstGeom prst="rect">
            <a:avLst/>
          </a:prstGeom>
          <a:solidFill>
            <a:srgbClr val="60D2FA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Create a SEO Strategy and Recommendation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CE827-4345-1330-CDC4-749F736E4857}"/>
              </a:ext>
            </a:extLst>
          </p:cNvPr>
          <p:cNvSpPr txBox="1"/>
          <p:nvPr/>
        </p:nvSpPr>
        <p:spPr>
          <a:xfrm>
            <a:off x="0" y="798974"/>
            <a:ext cx="1111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+mj-lt"/>
              </a:rPr>
              <a:t>TASK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059606-26B0-B9A2-5C98-DCAFD7C17510}"/>
              </a:ext>
            </a:extLst>
          </p:cNvPr>
          <p:cNvSpPr txBox="1"/>
          <p:nvPr/>
        </p:nvSpPr>
        <p:spPr>
          <a:xfrm>
            <a:off x="892277" y="1469922"/>
            <a:ext cx="1656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+mj-lt"/>
              </a:rPr>
              <a:t>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E18DB-B3B9-C9F9-B4AB-B472323214B4}"/>
              </a:ext>
            </a:extLst>
          </p:cNvPr>
          <p:cNvSpPr txBox="1"/>
          <p:nvPr/>
        </p:nvSpPr>
        <p:spPr>
          <a:xfrm>
            <a:off x="1720645" y="2202426"/>
            <a:ext cx="8160774" cy="4198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Strategy aligns with Infosys’s key services — </a:t>
            </a:r>
            <a:r>
              <a:rPr lang="en-IN" b="1" dirty="0"/>
              <a:t>Cloud &amp; AI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Combines </a:t>
            </a:r>
            <a:r>
              <a:rPr lang="en-IN" b="1" dirty="0"/>
              <a:t>technical fixes</a:t>
            </a:r>
            <a:r>
              <a:rPr lang="en-IN" dirty="0"/>
              <a:t>, </a:t>
            </a:r>
            <a:r>
              <a:rPr lang="en-IN" b="1" dirty="0"/>
              <a:t>on-page improvements</a:t>
            </a:r>
            <a:r>
              <a:rPr lang="en-IN" dirty="0"/>
              <a:t>, </a:t>
            </a:r>
            <a:r>
              <a:rPr lang="en-IN" b="1" dirty="0"/>
              <a:t>off-page outreach</a:t>
            </a:r>
            <a:r>
              <a:rPr lang="en-IN" dirty="0"/>
              <a:t>, and </a:t>
            </a:r>
            <a:r>
              <a:rPr lang="en-IN" b="1" dirty="0"/>
              <a:t>content planning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dirty="0"/>
              <a:t>Focuses </a:t>
            </a:r>
            <a:r>
              <a:rPr lang="en-IN"/>
              <a:t>on measurable SEO goals </a:t>
            </a:r>
            <a:r>
              <a:rPr lang="en-IN" dirty="0"/>
              <a:t>for visible growth.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Result:</a:t>
            </a:r>
            <a:br>
              <a:rPr lang="en-IN" dirty="0"/>
            </a:br>
            <a:r>
              <a:rPr lang="en-IN" dirty="0"/>
              <a:t>🚀 Improved search rankings</a:t>
            </a:r>
            <a:br>
              <a:rPr lang="en-IN" dirty="0"/>
            </a:br>
            <a:r>
              <a:rPr lang="en-IN" dirty="0"/>
              <a:t>📈 Increased organic traffic</a:t>
            </a:r>
            <a:br>
              <a:rPr lang="en-IN" dirty="0"/>
            </a:br>
            <a:r>
              <a:rPr lang="en-IN" dirty="0"/>
              <a:t>🤝 Enhanced user experience</a:t>
            </a:r>
            <a:br>
              <a:rPr lang="en-IN" dirty="0"/>
            </a:br>
            <a:r>
              <a:rPr lang="en-IN" dirty="0"/>
              <a:t>🏆 Stronger digital authority for Infosys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664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5F7FF">
            <a:alpha val="7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C1C86-04D6-D1E0-4BE7-D13A48B0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4D73-2852-54C4-019F-9EE3CDD56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5093" y="2357950"/>
            <a:ext cx="3941814" cy="1474787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Thank you</a:t>
            </a:r>
            <a:endParaRPr lang="en-IN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0852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6444</TotalTime>
  <Words>1710</Words>
  <Application>Microsoft Office PowerPoint</Application>
  <PresentationFormat>Widescreen</PresentationFormat>
  <Paragraphs>438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Gill Sans MT</vt:lpstr>
      <vt:lpstr>Wingdings</vt:lpstr>
      <vt:lpstr>Wingdings 2</vt:lpstr>
      <vt:lpstr>Dividend</vt:lpstr>
      <vt:lpstr>SEO Navigator:                From Audit to Action</vt:lpstr>
      <vt:lpstr>TASK 1          Initial  Audit </vt:lpstr>
      <vt:lpstr>TASK 1           Initial  Audit </vt:lpstr>
      <vt:lpstr>Keyword Research</vt:lpstr>
      <vt:lpstr>Cloud Services (A)</vt:lpstr>
      <vt:lpstr>AI &amp; Automation (B)</vt:lpstr>
      <vt:lpstr>Categorize keywords by intent</vt:lpstr>
      <vt:lpstr>Competitor Keyword Analysis</vt:lpstr>
      <vt:lpstr>On-Page SEO Optimization Audit</vt:lpstr>
      <vt:lpstr>On-Page SEO Optimization Audit</vt:lpstr>
      <vt:lpstr>On-Page SEO Optimization Audit</vt:lpstr>
      <vt:lpstr>On-Page SEO Optimization Audit</vt:lpstr>
      <vt:lpstr>Technical SEO  </vt:lpstr>
      <vt:lpstr>Technical SEO  </vt:lpstr>
      <vt:lpstr>Technical SEO  </vt:lpstr>
      <vt:lpstr>Technical SEO  </vt:lpstr>
      <vt:lpstr>Content Strategy Plan</vt:lpstr>
      <vt:lpstr>Content Strategy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DOMINIC ERICSON A</dc:creator>
  <cp:lastModifiedBy>DOMINIC ERICSON A</cp:lastModifiedBy>
  <cp:revision>1</cp:revision>
  <dcterms:created xsi:type="dcterms:W3CDTF">2025-11-01T07:00:45Z</dcterms:created>
  <dcterms:modified xsi:type="dcterms:W3CDTF">2025-11-07T06:07:50Z</dcterms:modified>
</cp:coreProperties>
</file>