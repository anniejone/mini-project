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17" r:id="rId5"/>
    <p:sldId id="309" r:id="rId6"/>
    <p:sldId id="263" r:id="rId7"/>
    <p:sldId id="310" r:id="rId8"/>
    <p:sldId id="311" r:id="rId9"/>
    <p:sldId id="319" r:id="rId10"/>
    <p:sldId id="318" r:id="rId11"/>
    <p:sldId id="320" r:id="rId12"/>
    <p:sldId id="321" r:id="rId13"/>
    <p:sldId id="322" r:id="rId14"/>
    <p:sldId id="324" r:id="rId15"/>
    <p:sldId id="323" r:id="rId16"/>
    <p:sldId id="325" r:id="rId17"/>
    <p:sldId id="326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5C4D"/>
    <a:srgbClr val="636A58"/>
    <a:srgbClr val="505A47"/>
    <a:srgbClr val="D1D8B7"/>
    <a:srgbClr val="A09D79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97C339-F47B-4F02-A240-4E2766D9EFAE}" v="78" dt="2025-09-29T13:16:01.702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ERICSON A" userId="4bc43f114a012ffa" providerId="LiveId" clId="{46380805-AB1C-48D4-B920-A84CB1DCA5BA}"/>
    <pc:docChg chg="undo custSel addSld delSld modSld sldOrd">
      <pc:chgData name="DOMINIC ERICSON A" userId="4bc43f114a012ffa" providerId="LiveId" clId="{46380805-AB1C-48D4-B920-A84CB1DCA5BA}" dt="2025-09-29T13:16:19.478" v="397" actId="1076"/>
      <pc:docMkLst>
        <pc:docMk/>
      </pc:docMkLst>
      <pc:sldChg chg="modSp mod">
        <pc:chgData name="DOMINIC ERICSON A" userId="4bc43f114a012ffa" providerId="LiveId" clId="{46380805-AB1C-48D4-B920-A84CB1DCA5BA}" dt="2025-09-26T19:48:39.064" v="38" actId="120"/>
        <pc:sldMkLst>
          <pc:docMk/>
          <pc:sldMk cId="1096717490" sldId="263"/>
        </pc:sldMkLst>
        <pc:spChg chg="mod">
          <ac:chgData name="DOMINIC ERICSON A" userId="4bc43f114a012ffa" providerId="LiveId" clId="{46380805-AB1C-48D4-B920-A84CB1DCA5BA}" dt="2025-09-26T19:47:07.897" v="29" actId="1076"/>
          <ac:spMkLst>
            <pc:docMk/>
            <pc:sldMk cId="1096717490" sldId="263"/>
            <ac:spMk id="11" creationId="{2A3D95EF-8A67-7F71-37EF-9EB02511B163}"/>
          </ac:spMkLst>
        </pc:spChg>
        <pc:spChg chg="mod">
          <ac:chgData name="DOMINIC ERICSON A" userId="4bc43f114a012ffa" providerId="LiveId" clId="{46380805-AB1C-48D4-B920-A84CB1DCA5BA}" dt="2025-09-26T19:48:39.064" v="38" actId="120"/>
          <ac:spMkLst>
            <pc:docMk/>
            <pc:sldMk cId="1096717490" sldId="263"/>
            <ac:spMk id="15" creationId="{C7846849-DC0A-EE3B-2E5E-D669EC1273D6}"/>
          </ac:spMkLst>
        </pc:spChg>
      </pc:sldChg>
      <pc:sldChg chg="del">
        <pc:chgData name="DOMINIC ERICSON A" userId="4bc43f114a012ffa" providerId="LiveId" clId="{46380805-AB1C-48D4-B920-A84CB1DCA5BA}" dt="2025-09-26T19:41:10.392" v="4" actId="47"/>
        <pc:sldMkLst>
          <pc:docMk/>
          <pc:sldMk cId="520000563" sldId="278"/>
        </pc:sldMkLst>
      </pc:sldChg>
      <pc:sldChg chg="addSp delSp modSp mod">
        <pc:chgData name="DOMINIC ERICSON A" userId="4bc43f114a012ffa" providerId="LiveId" clId="{46380805-AB1C-48D4-B920-A84CB1DCA5BA}" dt="2025-09-28T13:06:13.123" v="316" actId="14100"/>
        <pc:sldMkLst>
          <pc:docMk/>
          <pc:sldMk cId="2188828507" sldId="304"/>
        </pc:sldMkLst>
        <pc:spChg chg="add del mod">
          <ac:chgData name="DOMINIC ERICSON A" userId="4bc43f114a012ffa" providerId="LiveId" clId="{46380805-AB1C-48D4-B920-A84CB1DCA5BA}" dt="2025-09-28T13:05:49.695" v="311" actId="478"/>
          <ac:spMkLst>
            <pc:docMk/>
            <pc:sldMk cId="2188828507" sldId="304"/>
            <ac:spMk id="3" creationId="{6A0A2228-D090-70EA-E4E3-83D1B8D89900}"/>
          </ac:spMkLst>
        </pc:spChg>
        <pc:spChg chg="mod">
          <ac:chgData name="DOMINIC ERICSON A" userId="4bc43f114a012ffa" providerId="LiveId" clId="{46380805-AB1C-48D4-B920-A84CB1DCA5BA}" dt="2025-09-28T13:06:13.123" v="316" actId="14100"/>
          <ac:spMkLst>
            <pc:docMk/>
            <pc:sldMk cId="2188828507" sldId="304"/>
            <ac:spMk id="6" creationId="{D5DC0028-4150-0F89-E59C-F563C67F6CFD}"/>
          </ac:spMkLst>
        </pc:spChg>
        <pc:spChg chg="del">
          <ac:chgData name="DOMINIC ERICSON A" userId="4bc43f114a012ffa" providerId="LiveId" clId="{46380805-AB1C-48D4-B920-A84CB1DCA5BA}" dt="2025-09-28T13:05:47.249" v="310" actId="478"/>
          <ac:spMkLst>
            <pc:docMk/>
            <pc:sldMk cId="2188828507" sldId="304"/>
            <ac:spMk id="11" creationId="{C6DCC38C-603B-CCD0-2914-0BBCD4F4F74E}"/>
          </ac:spMkLst>
        </pc:spChg>
      </pc:sldChg>
      <pc:sldChg chg="addSp delSp modSp del mod">
        <pc:chgData name="DOMINIC ERICSON A" userId="4bc43f114a012ffa" providerId="LiveId" clId="{46380805-AB1C-48D4-B920-A84CB1DCA5BA}" dt="2025-09-26T19:41:05.700" v="2" actId="47"/>
        <pc:sldMkLst>
          <pc:docMk/>
          <pc:sldMk cId="586478555" sldId="307"/>
        </pc:sldMkLst>
      </pc:sldChg>
      <pc:sldChg chg="del">
        <pc:chgData name="DOMINIC ERICSON A" userId="4bc43f114a012ffa" providerId="LiveId" clId="{46380805-AB1C-48D4-B920-A84CB1DCA5BA}" dt="2025-09-26T19:41:09.665" v="3" actId="47"/>
        <pc:sldMkLst>
          <pc:docMk/>
          <pc:sldMk cId="2222324472" sldId="308"/>
        </pc:sldMkLst>
      </pc:sldChg>
      <pc:sldChg chg="addSp delSp modSp mod">
        <pc:chgData name="DOMINIC ERICSON A" userId="4bc43f114a012ffa" providerId="LiveId" clId="{46380805-AB1C-48D4-B920-A84CB1DCA5BA}" dt="2025-09-26T20:08:30.841" v="161" actId="1076"/>
        <pc:sldMkLst>
          <pc:docMk/>
          <pc:sldMk cId="1966913227" sldId="309"/>
        </pc:sldMkLst>
        <pc:spChg chg="mod">
          <ac:chgData name="DOMINIC ERICSON A" userId="4bc43f114a012ffa" providerId="LiveId" clId="{46380805-AB1C-48D4-B920-A84CB1DCA5BA}" dt="2025-09-26T20:08:26.700" v="160" actId="1076"/>
          <ac:spMkLst>
            <pc:docMk/>
            <pc:sldMk cId="1966913227" sldId="309"/>
            <ac:spMk id="8" creationId="{BCFDA37B-399A-B9F0-7A7D-2A891EB7FFA6}"/>
          </ac:spMkLst>
        </pc:spChg>
        <pc:spChg chg="mod">
          <ac:chgData name="DOMINIC ERICSON A" userId="4bc43f114a012ffa" providerId="LiveId" clId="{46380805-AB1C-48D4-B920-A84CB1DCA5BA}" dt="2025-09-26T20:08:30.841" v="161" actId="1076"/>
          <ac:spMkLst>
            <pc:docMk/>
            <pc:sldMk cId="1966913227" sldId="309"/>
            <ac:spMk id="19" creationId="{A7BE12AD-D808-BDE0-3EB8-5BC50B1D8474}"/>
          </ac:spMkLst>
        </pc:spChg>
      </pc:sldChg>
      <pc:sldChg chg="addSp delSp modSp mod">
        <pc:chgData name="DOMINIC ERICSON A" userId="4bc43f114a012ffa" providerId="LiveId" clId="{46380805-AB1C-48D4-B920-A84CB1DCA5BA}" dt="2025-09-28T13:07:02.510" v="324" actId="14100"/>
        <pc:sldMkLst>
          <pc:docMk/>
          <pc:sldMk cId="4230106960" sldId="310"/>
        </pc:sldMkLst>
        <pc:spChg chg="add mod">
          <ac:chgData name="DOMINIC ERICSON A" userId="4bc43f114a012ffa" providerId="LiveId" clId="{46380805-AB1C-48D4-B920-A84CB1DCA5BA}" dt="2025-09-26T19:50:47.276" v="49" actId="1076"/>
          <ac:spMkLst>
            <pc:docMk/>
            <pc:sldMk cId="4230106960" sldId="310"/>
            <ac:spMk id="3" creationId="{27D0C0D6-DBC6-8EAE-FC21-96140042AAFE}"/>
          </ac:spMkLst>
        </pc:spChg>
        <pc:spChg chg="add mod">
          <ac:chgData name="DOMINIC ERICSON A" userId="4bc43f114a012ffa" providerId="LiveId" clId="{46380805-AB1C-48D4-B920-A84CB1DCA5BA}" dt="2025-09-28T13:07:02.510" v="324" actId="14100"/>
          <ac:spMkLst>
            <pc:docMk/>
            <pc:sldMk cId="4230106960" sldId="310"/>
            <ac:spMk id="4" creationId="{629A5ED0-769B-AE2A-757F-36EDFE3F6E73}"/>
          </ac:spMkLst>
        </pc:spChg>
        <pc:spChg chg="mod">
          <ac:chgData name="DOMINIC ERICSON A" userId="4bc43f114a012ffa" providerId="LiveId" clId="{46380805-AB1C-48D4-B920-A84CB1DCA5BA}" dt="2025-09-26T19:56:43.204" v="77" actId="207"/>
          <ac:spMkLst>
            <pc:docMk/>
            <pc:sldMk cId="4230106960" sldId="310"/>
            <ac:spMk id="11" creationId="{949404F1-8E94-7D3D-71E2-A1A4B7CBCB4A}"/>
          </ac:spMkLst>
        </pc:spChg>
        <pc:spChg chg="mod">
          <ac:chgData name="DOMINIC ERICSON A" userId="4bc43f114a012ffa" providerId="LiveId" clId="{46380805-AB1C-48D4-B920-A84CB1DCA5BA}" dt="2025-09-26T19:55:45.651" v="76" actId="12"/>
          <ac:spMkLst>
            <pc:docMk/>
            <pc:sldMk cId="4230106960" sldId="310"/>
            <ac:spMk id="14" creationId="{F4A3718F-D67C-255A-4B64-BA379609FCD0}"/>
          </ac:spMkLst>
        </pc:spChg>
      </pc:sldChg>
      <pc:sldChg chg="addSp delSp modSp mod">
        <pc:chgData name="DOMINIC ERICSON A" userId="4bc43f114a012ffa" providerId="LiveId" clId="{46380805-AB1C-48D4-B920-A84CB1DCA5BA}" dt="2025-09-28T13:07:40.307" v="329" actId="20577"/>
        <pc:sldMkLst>
          <pc:docMk/>
          <pc:sldMk cId="3748348926" sldId="311"/>
        </pc:sldMkLst>
        <pc:spChg chg="add mod">
          <ac:chgData name="DOMINIC ERICSON A" userId="4bc43f114a012ffa" providerId="LiveId" clId="{46380805-AB1C-48D4-B920-A84CB1DCA5BA}" dt="2025-09-28T13:07:40.307" v="329" actId="20577"/>
          <ac:spMkLst>
            <pc:docMk/>
            <pc:sldMk cId="3748348926" sldId="311"/>
            <ac:spMk id="2" creationId="{9AF0292C-2E7D-CCC9-B312-D4E82C32D808}"/>
          </ac:spMkLst>
        </pc:spChg>
        <pc:spChg chg="mod">
          <ac:chgData name="DOMINIC ERICSON A" userId="4bc43f114a012ffa" providerId="LiveId" clId="{46380805-AB1C-48D4-B920-A84CB1DCA5BA}" dt="2025-09-26T19:57:20.028" v="81" actId="1076"/>
          <ac:spMkLst>
            <pc:docMk/>
            <pc:sldMk cId="3748348926" sldId="311"/>
            <ac:spMk id="11" creationId="{7A49C0DA-C8AE-5ECC-149A-D60ECFF8C1EB}"/>
          </ac:spMkLst>
        </pc:spChg>
        <pc:spChg chg="mod">
          <ac:chgData name="DOMINIC ERICSON A" userId="4bc43f114a012ffa" providerId="LiveId" clId="{46380805-AB1C-48D4-B920-A84CB1DCA5BA}" dt="2025-09-26T20:00:23.119" v="104" actId="1076"/>
          <ac:spMkLst>
            <pc:docMk/>
            <pc:sldMk cId="3748348926" sldId="311"/>
            <ac:spMk id="25" creationId="{7798761A-B671-4825-623F-F4726F2BDF28}"/>
          </ac:spMkLst>
        </pc:spChg>
      </pc:sldChg>
      <pc:sldChg chg="del">
        <pc:chgData name="DOMINIC ERICSON A" userId="4bc43f114a012ffa" providerId="LiveId" clId="{46380805-AB1C-48D4-B920-A84CB1DCA5BA}" dt="2025-09-26T19:58:19.677" v="89" actId="47"/>
        <pc:sldMkLst>
          <pc:docMk/>
          <pc:sldMk cId="859909800" sldId="312"/>
        </pc:sldMkLst>
      </pc:sldChg>
      <pc:sldChg chg="addSp delSp modSp del mod">
        <pc:chgData name="DOMINIC ERICSON A" userId="4bc43f114a012ffa" providerId="LiveId" clId="{46380805-AB1C-48D4-B920-A84CB1DCA5BA}" dt="2025-09-26T20:01:36.017" v="109" actId="47"/>
        <pc:sldMkLst>
          <pc:docMk/>
          <pc:sldMk cId="4132147533" sldId="314"/>
        </pc:sldMkLst>
      </pc:sldChg>
      <pc:sldChg chg="del">
        <pc:chgData name="DOMINIC ERICSON A" userId="4bc43f114a012ffa" providerId="LiveId" clId="{46380805-AB1C-48D4-B920-A84CB1DCA5BA}" dt="2025-09-26T20:01:41.393" v="110" actId="47"/>
        <pc:sldMkLst>
          <pc:docMk/>
          <pc:sldMk cId="3064996118" sldId="315"/>
        </pc:sldMkLst>
      </pc:sldChg>
      <pc:sldChg chg="del">
        <pc:chgData name="DOMINIC ERICSON A" userId="4bc43f114a012ffa" providerId="LiveId" clId="{46380805-AB1C-48D4-B920-A84CB1DCA5BA}" dt="2025-09-26T19:58:21.295" v="90" actId="47"/>
        <pc:sldMkLst>
          <pc:docMk/>
          <pc:sldMk cId="537809529" sldId="316"/>
        </pc:sldMkLst>
      </pc:sldChg>
      <pc:sldChg chg="addSp modSp add mod">
        <pc:chgData name="DOMINIC ERICSON A" userId="4bc43f114a012ffa" providerId="LiveId" clId="{46380805-AB1C-48D4-B920-A84CB1DCA5BA}" dt="2025-09-28T13:09:04.109" v="344" actId="1076"/>
        <pc:sldMkLst>
          <pc:docMk/>
          <pc:sldMk cId="2232144032" sldId="318"/>
        </pc:sldMkLst>
        <pc:spChg chg="add mod">
          <ac:chgData name="DOMINIC ERICSON A" userId="4bc43f114a012ffa" providerId="LiveId" clId="{46380805-AB1C-48D4-B920-A84CB1DCA5BA}" dt="2025-09-28T13:09:04.109" v="344" actId="1076"/>
          <ac:spMkLst>
            <pc:docMk/>
            <pc:sldMk cId="2232144032" sldId="318"/>
            <ac:spMk id="2" creationId="{98729895-FD74-413D-64C1-7DE6B9387DE6}"/>
          </ac:spMkLst>
        </pc:spChg>
        <pc:spChg chg="mod">
          <ac:chgData name="DOMINIC ERICSON A" userId="4bc43f114a012ffa" providerId="LiveId" clId="{46380805-AB1C-48D4-B920-A84CB1DCA5BA}" dt="2025-09-26T20:05:47.192" v="145" actId="1076"/>
          <ac:spMkLst>
            <pc:docMk/>
            <pc:sldMk cId="2232144032" sldId="318"/>
            <ac:spMk id="11" creationId="{AA0E91DB-A707-F2DF-425A-14C518D27E7F}"/>
          </ac:spMkLst>
        </pc:spChg>
        <pc:spChg chg="mod">
          <ac:chgData name="DOMINIC ERICSON A" userId="4bc43f114a012ffa" providerId="LiveId" clId="{46380805-AB1C-48D4-B920-A84CB1DCA5BA}" dt="2025-09-26T20:06:05.183" v="147" actId="14100"/>
          <ac:spMkLst>
            <pc:docMk/>
            <pc:sldMk cId="2232144032" sldId="318"/>
            <ac:spMk id="25" creationId="{3D997C19-077A-5D40-04FD-3EE49A362994}"/>
          </ac:spMkLst>
        </pc:spChg>
      </pc:sldChg>
      <pc:sldChg chg="modSp new del mod ord">
        <pc:chgData name="DOMINIC ERICSON A" userId="4bc43f114a012ffa" providerId="LiveId" clId="{46380805-AB1C-48D4-B920-A84CB1DCA5BA}" dt="2025-09-26T20:02:28.511" v="118" actId="47"/>
        <pc:sldMkLst>
          <pc:docMk/>
          <pc:sldMk cId="4012025878" sldId="318"/>
        </pc:sldMkLst>
      </pc:sldChg>
      <pc:sldChg chg="addSp delSp modSp add mod ord">
        <pc:chgData name="DOMINIC ERICSON A" userId="4bc43f114a012ffa" providerId="LiveId" clId="{46380805-AB1C-48D4-B920-A84CB1DCA5BA}" dt="2025-09-28T13:08:35.892" v="338" actId="1076"/>
        <pc:sldMkLst>
          <pc:docMk/>
          <pc:sldMk cId="3741100498" sldId="319"/>
        </pc:sldMkLst>
        <pc:spChg chg="mod">
          <ac:chgData name="DOMINIC ERICSON A" userId="4bc43f114a012ffa" providerId="LiveId" clId="{46380805-AB1C-48D4-B920-A84CB1DCA5BA}" dt="2025-09-26T20:04:14.417" v="134" actId="1076"/>
          <ac:spMkLst>
            <pc:docMk/>
            <pc:sldMk cId="3741100498" sldId="319"/>
            <ac:spMk id="3" creationId="{C788FA0C-DF9C-B3BB-38FB-D9EA1ED24FF2}"/>
          </ac:spMkLst>
        </pc:spChg>
        <pc:spChg chg="add mod">
          <ac:chgData name="DOMINIC ERICSON A" userId="4bc43f114a012ffa" providerId="LiveId" clId="{46380805-AB1C-48D4-B920-A84CB1DCA5BA}" dt="2025-09-28T13:08:35.892" v="338" actId="1076"/>
          <ac:spMkLst>
            <pc:docMk/>
            <pc:sldMk cId="3741100498" sldId="319"/>
            <ac:spMk id="4" creationId="{09CF94E6-3078-2619-D600-F2768CD5FE20}"/>
          </ac:spMkLst>
        </pc:spChg>
        <pc:spChg chg="mod">
          <ac:chgData name="DOMINIC ERICSON A" userId="4bc43f114a012ffa" providerId="LiveId" clId="{46380805-AB1C-48D4-B920-A84CB1DCA5BA}" dt="2025-09-28T13:08:29.877" v="337" actId="1076"/>
          <ac:spMkLst>
            <pc:docMk/>
            <pc:sldMk cId="3741100498" sldId="319"/>
            <ac:spMk id="14" creationId="{281C2558-AABD-EF36-BBE0-C0637BC98B8F}"/>
          </ac:spMkLst>
        </pc:spChg>
      </pc:sldChg>
      <pc:sldChg chg="addSp modSp add mod ord">
        <pc:chgData name="DOMINIC ERICSON A" userId="4bc43f114a012ffa" providerId="LiveId" clId="{46380805-AB1C-48D4-B920-A84CB1DCA5BA}" dt="2025-09-28T13:09:33.541" v="350" actId="1076"/>
        <pc:sldMkLst>
          <pc:docMk/>
          <pc:sldMk cId="2673442258" sldId="320"/>
        </pc:sldMkLst>
        <pc:spChg chg="mod">
          <ac:chgData name="DOMINIC ERICSON A" userId="4bc43f114a012ffa" providerId="LiveId" clId="{46380805-AB1C-48D4-B920-A84CB1DCA5BA}" dt="2025-09-26T20:07:09.716" v="154" actId="108"/>
          <ac:spMkLst>
            <pc:docMk/>
            <pc:sldMk cId="2673442258" sldId="320"/>
            <ac:spMk id="3" creationId="{49076C59-42FC-E023-8786-9690CC856AB1}"/>
          </ac:spMkLst>
        </pc:spChg>
        <pc:spChg chg="add mod">
          <ac:chgData name="DOMINIC ERICSON A" userId="4bc43f114a012ffa" providerId="LiveId" clId="{46380805-AB1C-48D4-B920-A84CB1DCA5BA}" dt="2025-09-28T13:09:33.541" v="350" actId="1076"/>
          <ac:spMkLst>
            <pc:docMk/>
            <pc:sldMk cId="2673442258" sldId="320"/>
            <ac:spMk id="4" creationId="{673C3EF4-643D-34DB-9AF9-B2240BB96A0F}"/>
          </ac:spMkLst>
        </pc:spChg>
        <pc:spChg chg="mod">
          <ac:chgData name="DOMINIC ERICSON A" userId="4bc43f114a012ffa" providerId="LiveId" clId="{46380805-AB1C-48D4-B920-A84CB1DCA5BA}" dt="2025-09-26T20:07:24.905" v="155"/>
          <ac:spMkLst>
            <pc:docMk/>
            <pc:sldMk cId="2673442258" sldId="320"/>
            <ac:spMk id="14" creationId="{81C2DDF1-5306-3B90-0335-7E9E64334141}"/>
          </ac:spMkLst>
        </pc:spChg>
      </pc:sldChg>
      <pc:sldChg chg="add del ord">
        <pc:chgData name="DOMINIC ERICSON A" userId="4bc43f114a012ffa" providerId="LiveId" clId="{46380805-AB1C-48D4-B920-A84CB1DCA5BA}" dt="2025-09-26T20:07:55.726" v="159" actId="47"/>
        <pc:sldMkLst>
          <pc:docMk/>
          <pc:sldMk cId="757526986" sldId="321"/>
        </pc:sldMkLst>
      </pc:sldChg>
      <pc:sldChg chg="addSp delSp modSp add mod ord">
        <pc:chgData name="DOMINIC ERICSON A" userId="4bc43f114a012ffa" providerId="LiveId" clId="{46380805-AB1C-48D4-B920-A84CB1DCA5BA}" dt="2025-09-28T13:10:06.274" v="358" actId="1076"/>
        <pc:sldMkLst>
          <pc:docMk/>
          <pc:sldMk cId="846367897" sldId="321"/>
        </pc:sldMkLst>
        <pc:spChg chg="add del mod">
          <ac:chgData name="DOMINIC ERICSON A" userId="4bc43f114a012ffa" providerId="LiveId" clId="{46380805-AB1C-48D4-B920-A84CB1DCA5BA}" dt="2025-09-28T12:48:36.034" v="185"/>
          <ac:spMkLst>
            <pc:docMk/>
            <pc:sldMk cId="846367897" sldId="321"/>
            <ac:spMk id="2" creationId="{F8E53853-27E8-4EA2-54A6-9770A81F006F}"/>
          </ac:spMkLst>
        </pc:spChg>
        <pc:spChg chg="add mod">
          <ac:chgData name="DOMINIC ERICSON A" userId="4bc43f114a012ffa" providerId="LiveId" clId="{46380805-AB1C-48D4-B920-A84CB1DCA5BA}" dt="2025-09-28T13:10:06.274" v="358" actId="1076"/>
          <ac:spMkLst>
            <pc:docMk/>
            <pc:sldMk cId="846367897" sldId="321"/>
            <ac:spMk id="3" creationId="{9220D274-E5E4-48C1-E1A8-83A24AED2583}"/>
          </ac:spMkLst>
        </pc:spChg>
        <pc:spChg chg="mod">
          <ac:chgData name="DOMINIC ERICSON A" userId="4bc43f114a012ffa" providerId="LiveId" clId="{46380805-AB1C-48D4-B920-A84CB1DCA5BA}" dt="2025-09-28T12:46:57.812" v="173" actId="1076"/>
          <ac:spMkLst>
            <pc:docMk/>
            <pc:sldMk cId="846367897" sldId="321"/>
            <ac:spMk id="11" creationId="{DE2189FF-E2DF-313E-AB23-7A5DED33DDD5}"/>
          </ac:spMkLst>
        </pc:spChg>
        <pc:spChg chg="mod">
          <ac:chgData name="DOMINIC ERICSON A" userId="4bc43f114a012ffa" providerId="LiveId" clId="{46380805-AB1C-48D4-B920-A84CB1DCA5BA}" dt="2025-09-28T12:54:33.702" v="226" actId="20577"/>
          <ac:spMkLst>
            <pc:docMk/>
            <pc:sldMk cId="846367897" sldId="321"/>
            <ac:spMk id="25" creationId="{C0EE1AC6-2288-5EFD-488D-C947A32CD442}"/>
          </ac:spMkLst>
        </pc:spChg>
      </pc:sldChg>
      <pc:sldChg chg="addSp delSp modSp add mod ord">
        <pc:chgData name="DOMINIC ERICSON A" userId="4bc43f114a012ffa" providerId="LiveId" clId="{46380805-AB1C-48D4-B920-A84CB1DCA5BA}" dt="2025-09-28T13:10:51.129" v="366" actId="1076"/>
        <pc:sldMkLst>
          <pc:docMk/>
          <pc:sldMk cId="2970815094" sldId="322"/>
        </pc:sldMkLst>
        <pc:spChg chg="mod">
          <ac:chgData name="DOMINIC ERICSON A" userId="4bc43f114a012ffa" providerId="LiveId" clId="{46380805-AB1C-48D4-B920-A84CB1DCA5BA}" dt="2025-09-28T12:52:17.623" v="215" actId="1076"/>
          <ac:spMkLst>
            <pc:docMk/>
            <pc:sldMk cId="2970815094" sldId="322"/>
            <ac:spMk id="3" creationId="{74BBD61E-3938-7DC9-BDDD-E5790A13A063}"/>
          </ac:spMkLst>
        </pc:spChg>
        <pc:spChg chg="add del mod">
          <ac:chgData name="DOMINIC ERICSON A" userId="4bc43f114a012ffa" providerId="LiveId" clId="{46380805-AB1C-48D4-B920-A84CB1DCA5BA}" dt="2025-09-28T12:51:42.871" v="211"/>
          <ac:spMkLst>
            <pc:docMk/>
            <pc:sldMk cId="2970815094" sldId="322"/>
            <ac:spMk id="4" creationId="{DA83FC0B-208C-BA52-99E9-79724B625E73}"/>
          </ac:spMkLst>
        </pc:spChg>
        <pc:spChg chg="add mod">
          <ac:chgData name="DOMINIC ERICSON A" userId="4bc43f114a012ffa" providerId="LiveId" clId="{46380805-AB1C-48D4-B920-A84CB1DCA5BA}" dt="2025-09-28T13:10:51.129" v="366" actId="1076"/>
          <ac:spMkLst>
            <pc:docMk/>
            <pc:sldMk cId="2970815094" sldId="322"/>
            <ac:spMk id="5" creationId="{0EB75C98-8F3E-CD7A-4EA3-428EB19CF41C}"/>
          </ac:spMkLst>
        </pc:spChg>
        <pc:spChg chg="mod">
          <ac:chgData name="DOMINIC ERICSON A" userId="4bc43f114a012ffa" providerId="LiveId" clId="{46380805-AB1C-48D4-B920-A84CB1DCA5BA}" dt="2025-09-28T12:54:54.183" v="234" actId="5793"/>
          <ac:spMkLst>
            <pc:docMk/>
            <pc:sldMk cId="2970815094" sldId="322"/>
            <ac:spMk id="14" creationId="{DEA77061-49FD-0F37-D6AF-C8FEB4DD6F8C}"/>
          </ac:spMkLst>
        </pc:spChg>
      </pc:sldChg>
      <pc:sldChg chg="addSp delSp modSp add mod ord">
        <pc:chgData name="DOMINIC ERICSON A" userId="4bc43f114a012ffa" providerId="LiveId" clId="{46380805-AB1C-48D4-B920-A84CB1DCA5BA}" dt="2025-09-28T13:12:04.989" v="384" actId="1076"/>
        <pc:sldMkLst>
          <pc:docMk/>
          <pc:sldMk cId="1823274373" sldId="323"/>
        </pc:sldMkLst>
        <pc:spChg chg="add del mod">
          <ac:chgData name="DOMINIC ERICSON A" userId="4bc43f114a012ffa" providerId="LiveId" clId="{46380805-AB1C-48D4-B920-A84CB1DCA5BA}" dt="2025-09-28T12:56:06.764" v="247"/>
          <ac:spMkLst>
            <pc:docMk/>
            <pc:sldMk cId="1823274373" sldId="323"/>
            <ac:spMk id="2" creationId="{10ABD0FD-97E3-8B7D-14DC-2196EF9EFBE1}"/>
          </ac:spMkLst>
        </pc:spChg>
        <pc:spChg chg="add mod">
          <ac:chgData name="DOMINIC ERICSON A" userId="4bc43f114a012ffa" providerId="LiveId" clId="{46380805-AB1C-48D4-B920-A84CB1DCA5BA}" dt="2025-09-28T13:12:04.989" v="384" actId="1076"/>
          <ac:spMkLst>
            <pc:docMk/>
            <pc:sldMk cId="1823274373" sldId="323"/>
            <ac:spMk id="3" creationId="{A4D27FF3-08B1-25F8-197F-11F1A2791782}"/>
          </ac:spMkLst>
        </pc:spChg>
        <pc:spChg chg="mod">
          <ac:chgData name="DOMINIC ERICSON A" userId="4bc43f114a012ffa" providerId="LiveId" clId="{46380805-AB1C-48D4-B920-A84CB1DCA5BA}" dt="2025-09-28T12:57:03.417" v="252" actId="1076"/>
          <ac:spMkLst>
            <pc:docMk/>
            <pc:sldMk cId="1823274373" sldId="323"/>
            <ac:spMk id="11" creationId="{7EDA2B47-BA10-5A95-C48A-4039339E8EAD}"/>
          </ac:spMkLst>
        </pc:spChg>
        <pc:spChg chg="mod">
          <ac:chgData name="DOMINIC ERICSON A" userId="4bc43f114a012ffa" providerId="LiveId" clId="{46380805-AB1C-48D4-B920-A84CB1DCA5BA}" dt="2025-09-28T13:00:25.886" v="271" actId="108"/>
          <ac:spMkLst>
            <pc:docMk/>
            <pc:sldMk cId="1823274373" sldId="323"/>
            <ac:spMk id="25" creationId="{34CE8C3B-DF56-B4E7-DB76-4A8C139587C9}"/>
          </ac:spMkLst>
        </pc:spChg>
      </pc:sldChg>
      <pc:sldChg chg="addSp modSp add mod">
        <pc:chgData name="DOMINIC ERICSON A" userId="4bc43f114a012ffa" providerId="LiveId" clId="{46380805-AB1C-48D4-B920-A84CB1DCA5BA}" dt="2025-09-29T13:16:19.478" v="397" actId="1076"/>
        <pc:sldMkLst>
          <pc:docMk/>
          <pc:sldMk cId="3028049574" sldId="324"/>
        </pc:sldMkLst>
        <pc:spChg chg="mod">
          <ac:chgData name="DOMINIC ERICSON A" userId="4bc43f114a012ffa" providerId="LiveId" clId="{46380805-AB1C-48D4-B920-A84CB1DCA5BA}" dt="2025-09-29T13:16:19.478" v="397" actId="1076"/>
          <ac:spMkLst>
            <pc:docMk/>
            <pc:sldMk cId="3028049574" sldId="324"/>
            <ac:spMk id="3" creationId="{298C07C5-F26E-DFDF-188C-06B99FED850B}"/>
          </ac:spMkLst>
        </pc:spChg>
        <pc:spChg chg="add mod">
          <ac:chgData name="DOMINIC ERICSON A" userId="4bc43f114a012ffa" providerId="LiveId" clId="{46380805-AB1C-48D4-B920-A84CB1DCA5BA}" dt="2025-09-28T13:12:13.474" v="385" actId="1076"/>
          <ac:spMkLst>
            <pc:docMk/>
            <pc:sldMk cId="3028049574" sldId="324"/>
            <ac:spMk id="4" creationId="{D49DCA1D-E389-BBEA-0E44-5FEB6F89F0B9}"/>
          </ac:spMkLst>
        </pc:spChg>
        <pc:spChg chg="mod">
          <ac:chgData name="DOMINIC ERICSON A" userId="4bc43f114a012ffa" providerId="LiveId" clId="{46380805-AB1C-48D4-B920-A84CB1DCA5BA}" dt="2025-09-29T13:15:42.926" v="393" actId="20577"/>
          <ac:spMkLst>
            <pc:docMk/>
            <pc:sldMk cId="3028049574" sldId="324"/>
            <ac:spMk id="14" creationId="{18EB3F4C-4C61-9009-FE90-E9066A4C8790}"/>
          </ac:spMkLst>
        </pc:spChg>
      </pc:sldChg>
      <pc:sldChg chg="addSp delSp modSp add mod ord">
        <pc:chgData name="DOMINIC ERICSON A" userId="4bc43f114a012ffa" providerId="LiveId" clId="{46380805-AB1C-48D4-B920-A84CB1DCA5BA}" dt="2025-09-28T13:11:56.908" v="383" actId="1076"/>
        <pc:sldMkLst>
          <pc:docMk/>
          <pc:sldMk cId="629728190" sldId="325"/>
        </pc:sldMkLst>
        <pc:spChg chg="mod">
          <ac:chgData name="DOMINIC ERICSON A" userId="4bc43f114a012ffa" providerId="LiveId" clId="{46380805-AB1C-48D4-B920-A84CB1DCA5BA}" dt="2025-09-28T12:59:27.122" v="265" actId="1076"/>
          <ac:spMkLst>
            <pc:docMk/>
            <pc:sldMk cId="629728190" sldId="325"/>
            <ac:spMk id="3" creationId="{32754207-B03F-04B6-747B-43A91329D399}"/>
          </ac:spMkLst>
        </pc:spChg>
        <pc:spChg chg="add del mod">
          <ac:chgData name="DOMINIC ERICSON A" userId="4bc43f114a012ffa" providerId="LiveId" clId="{46380805-AB1C-48D4-B920-A84CB1DCA5BA}" dt="2025-09-28T12:59:58.038" v="270"/>
          <ac:spMkLst>
            <pc:docMk/>
            <pc:sldMk cId="629728190" sldId="325"/>
            <ac:spMk id="4" creationId="{32C9176C-920C-4296-7485-32BB86311675}"/>
          </ac:spMkLst>
        </pc:spChg>
        <pc:spChg chg="add mod">
          <ac:chgData name="DOMINIC ERICSON A" userId="4bc43f114a012ffa" providerId="LiveId" clId="{46380805-AB1C-48D4-B920-A84CB1DCA5BA}" dt="2025-09-28T13:11:56.908" v="383" actId="1076"/>
          <ac:spMkLst>
            <pc:docMk/>
            <pc:sldMk cId="629728190" sldId="325"/>
            <ac:spMk id="5" creationId="{49D1B3CE-08B3-405C-C6A2-B402AE215926}"/>
          </ac:spMkLst>
        </pc:spChg>
        <pc:spChg chg="mod">
          <ac:chgData name="DOMINIC ERICSON A" userId="4bc43f114a012ffa" providerId="LiveId" clId="{46380805-AB1C-48D4-B920-A84CB1DCA5BA}" dt="2025-09-28T13:04:15.137" v="303" actId="108"/>
          <ac:spMkLst>
            <pc:docMk/>
            <pc:sldMk cId="629728190" sldId="325"/>
            <ac:spMk id="14" creationId="{21ECE3AC-7FF8-BC1B-8C9F-C84C8B41E593}"/>
          </ac:spMkLst>
        </pc:spChg>
      </pc:sldChg>
      <pc:sldChg chg="addSp delSp modSp new mod">
        <pc:chgData name="DOMINIC ERICSON A" userId="4bc43f114a012ffa" providerId="LiveId" clId="{46380805-AB1C-48D4-B920-A84CB1DCA5BA}" dt="2025-09-28T13:05:36.901" v="309" actId="1076"/>
        <pc:sldMkLst>
          <pc:docMk/>
          <pc:sldMk cId="4207433637" sldId="326"/>
        </pc:sldMkLst>
        <pc:spChg chg="mod">
          <ac:chgData name="DOMINIC ERICSON A" userId="4bc43f114a012ffa" providerId="LiveId" clId="{46380805-AB1C-48D4-B920-A84CB1DCA5BA}" dt="2025-09-28T13:05:36.901" v="309" actId="1076"/>
          <ac:spMkLst>
            <pc:docMk/>
            <pc:sldMk cId="4207433637" sldId="326"/>
            <ac:spMk id="2" creationId="{1D309482-1354-A003-1EAD-01D126568F3F}"/>
          </ac:spMkLst>
        </pc:spChg>
        <pc:spChg chg="del mod">
          <ac:chgData name="DOMINIC ERICSON A" userId="4bc43f114a012ffa" providerId="LiveId" clId="{46380805-AB1C-48D4-B920-A84CB1DCA5BA}" dt="2025-09-28T13:03:08.467" v="291"/>
          <ac:spMkLst>
            <pc:docMk/>
            <pc:sldMk cId="4207433637" sldId="326"/>
            <ac:spMk id="3" creationId="{22AAF28F-3B5A-8844-56D5-8576F88B4B3C}"/>
          </ac:spMkLst>
        </pc:spChg>
        <pc:spChg chg="add mod">
          <ac:chgData name="DOMINIC ERICSON A" userId="4bc43f114a012ffa" providerId="LiveId" clId="{46380805-AB1C-48D4-B920-A84CB1DCA5BA}" dt="2025-09-28T13:05:28.962" v="308" actId="1076"/>
          <ac:spMkLst>
            <pc:docMk/>
            <pc:sldMk cId="4207433637" sldId="326"/>
            <ac:spMk id="4" creationId="{45B4C60E-F957-7494-0243-A1ACCC22275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6A93-E3F3-F1BA-3C54-1D975CE1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692C7-E5AF-7E3C-D866-49294C8B7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EFDE9-E5AD-BA01-E854-822B7F17E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D851D-E509-A9B3-BF4D-72CA62359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382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22EF1-F58D-4CAE-92D4-B1884927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EA641-86EF-A909-F7E0-0107F9F1B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98FBF-BB35-38EC-93B3-67BF8676A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E2881-DEEA-BCB6-C201-3F8170E6F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8329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E3335-1445-210C-A52A-69AB986E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D9DE0-BC32-A14A-0015-9EA90DF2C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238C7-A86D-2D5A-F219-C1AC6DE16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A8D1C-3DC8-24E5-D71B-59A7526F6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9148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BC30-7337-F06B-4613-2276AE76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FF021-473F-E8AC-2F21-074A54B79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5D2D0-48EA-7056-DAB8-BB7CB14D2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47F83-CB32-B366-A532-E3D960531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19801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AB72-226D-FF9D-A8E2-528C5690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DAED5-3431-94B6-EF00-E7CE8409D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B4118-89C3-6748-2D5F-6854C03FC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04E15-AB3F-614C-129D-3DD2B023B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7107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63C97-A20C-25CA-038D-B5956C79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4A251-296A-A0F5-507B-7DED69F52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F31E1-8512-527E-EDD9-662A6FF5E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30CEC-E58E-B36E-3876-A4AD626A6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1741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DD611-15E7-65DD-307C-7FF1F9DA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D27B9-2B10-3ED4-41EC-3221FA987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7887B-0913-720F-5ED7-8EA7DE62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5CFE0-8310-40C2-1386-0DAED79EF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4346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E494B-EA8C-DC18-CADC-8F2925C2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4741C-CB13-990B-A896-31D457F1D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0A130-1D65-6390-B9E6-51C818510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0EC49-85B7-B01C-ACB8-19B651BD6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4505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1091381"/>
            <a:ext cx="10360152" cy="5029200"/>
          </a:xfrm>
        </p:spPr>
        <p:txBody>
          <a:bodyPr anchor="ctr"/>
          <a:lstStyle/>
          <a:p>
            <a:r>
              <a:rPr lang="en-US" sz="4400" b="1" dirty="0">
                <a:latin typeface="Arial Rounded MT Bold" panose="020F0704030504030204" pitchFamily="34" charset="0"/>
              </a:rPr>
              <a:t>Zomato Order &amp; Restaurant Analysis Using Power BI</a:t>
            </a:r>
            <a:br>
              <a:rPr lang="en-US" sz="4400" b="1" dirty="0">
                <a:latin typeface="Arial Rounded MT Bold" panose="020F0704030504030204" pitchFamily="34" charset="0"/>
              </a:rPr>
            </a:br>
            <a:endParaRPr lang="en-US" sz="4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672" y="1042219"/>
            <a:ext cx="7534656" cy="547912"/>
          </a:xfrm>
        </p:spPr>
        <p:txBody>
          <a:bodyPr/>
          <a:lstStyle/>
          <a:p>
            <a:r>
              <a:rPr lang="en-IN" b="1" dirty="0"/>
              <a:t>Upload Dataset into MySQL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0696" y="2428027"/>
            <a:ext cx="7150608" cy="2001946"/>
          </a:xfrm>
        </p:spPr>
        <p:txBody>
          <a:bodyPr/>
          <a:lstStyle/>
          <a:p>
            <a:r>
              <a:rPr lang="en-US" dirty="0"/>
              <a:t>✅ Created </a:t>
            </a:r>
            <a:r>
              <a:rPr lang="en-US" dirty="0" err="1"/>
              <a:t>ZomatoDB</a:t>
            </a:r>
            <a:r>
              <a:rPr lang="en-US" dirty="0"/>
              <a:t> with </a:t>
            </a:r>
            <a:r>
              <a:rPr lang="en-US" dirty="0" err="1"/>
              <a:t>Zomato_Restaurants</a:t>
            </a:r>
            <a:r>
              <a:rPr lang="en-US" dirty="0"/>
              <a:t> &amp; </a:t>
            </a:r>
            <a:r>
              <a:rPr lang="en-US" dirty="0" err="1"/>
              <a:t>Zomato_Orders</a:t>
            </a:r>
            <a:r>
              <a:rPr lang="en-US" dirty="0"/>
              <a:t> tables.</a:t>
            </a:r>
          </a:p>
          <a:p>
            <a:r>
              <a:rPr lang="en-US" dirty="0"/>
              <a:t>✅ Imported CSVs successfully.</a:t>
            </a:r>
          </a:p>
          <a:p>
            <a:r>
              <a:rPr lang="en-US" dirty="0"/>
              <a:t>💡 Why: To centralize restaurant &amp; order data for easy querying.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045" y="417973"/>
            <a:ext cx="8445910" cy="896997"/>
          </a:xfrm>
        </p:spPr>
        <p:txBody>
          <a:bodyPr anchor="b"/>
          <a:lstStyle/>
          <a:p>
            <a:r>
              <a:rPr lang="en-IN" sz="3200" b="1" dirty="0"/>
              <a:t>Perform Simple Data Transformations</a:t>
            </a:r>
            <a:br>
              <a:rPr lang="en-IN" sz="3200" b="1" dirty="0"/>
            </a:br>
            <a:r>
              <a:rPr lang="en-IN" sz="3200" b="1" dirty="0"/>
              <a:t> Using SQL</a:t>
            </a:r>
            <a:endParaRPr lang="en-IN" sz="3200" b="1" dirty="0">
              <a:effectLst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183" y="2311708"/>
            <a:ext cx="8109772" cy="303212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sz="2000" dirty="0"/>
              <a:t>✅ Cleaning: Removed duplicates, handled NULLs.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✅ Exploration: Counted restaurants per city, revenue per restaurant, top 5 cities by orders.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✅ Aggregation: Average order per city, top 5 restaurants by sales.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✅ Joins: Linked restaurants with orders for full details.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💡 Why: To prepare a clean, business-ready dataset.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📂 Exported to Excel for Power BI.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33"/>
            <a:ext cx="2123768" cy="914400"/>
          </a:xfrm>
        </p:spPr>
        <p:txBody>
          <a:bodyPr/>
          <a:lstStyle/>
          <a:p>
            <a:r>
              <a:rPr lang="en-IN" dirty="0">
                <a:solidFill>
                  <a:srgbClr val="AD5C4D"/>
                </a:solidFill>
              </a:rPr>
              <a:t>Power BI</a:t>
            </a:r>
            <a:endParaRPr lang="en-US" dirty="0">
              <a:solidFill>
                <a:srgbClr val="AD5C4D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84206" y="2304584"/>
            <a:ext cx="6656439" cy="42142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Analyze the distribution of restaurants across cities.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What I Did: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Counted the total restaurants in each city.</a:t>
            </a:r>
          </a:p>
          <a:p>
            <a:pPr>
              <a:lnSpc>
                <a:spcPct val="100000"/>
              </a:lnSpc>
            </a:pPr>
            <a:r>
              <a:rPr lang="en-US" dirty="0"/>
              <a:t>Used a </a:t>
            </a:r>
            <a:r>
              <a:rPr lang="en-US" b="1" dirty="0"/>
              <a:t>bar chart</a:t>
            </a:r>
            <a:r>
              <a:rPr lang="en-US" dirty="0"/>
              <a:t> to show city-wise distribution.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Insights: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Cities like </a:t>
            </a:r>
            <a:r>
              <a:rPr lang="en-US" b="1" dirty="0"/>
              <a:t>Bangalore &amp; Delhi</a:t>
            </a:r>
            <a:r>
              <a:rPr lang="en-US" dirty="0"/>
              <a:t> have the highest restaurant density.</a:t>
            </a:r>
          </a:p>
          <a:p>
            <a:pPr>
              <a:lnSpc>
                <a:spcPct val="100000"/>
              </a:lnSpc>
            </a:pPr>
            <a:r>
              <a:rPr lang="en-US" dirty="0"/>
              <a:t>Smaller cities are underrepresented → potential for expansion.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0C0D6-DBC6-8EAE-FC21-96140042AAFE}"/>
              </a:ext>
            </a:extLst>
          </p:cNvPr>
          <p:cNvSpPr txBox="1"/>
          <p:nvPr/>
        </p:nvSpPr>
        <p:spPr>
          <a:xfrm>
            <a:off x="2482682" y="941833"/>
            <a:ext cx="60173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j-lt"/>
                <a:ea typeface="+mj-ea"/>
                <a:cs typeface="+mj-cs"/>
              </a:rPr>
              <a:t>Number of Restaurants per City</a:t>
            </a:r>
            <a:endParaRPr lang="en-IN" sz="3200" b="1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A5ED0-769B-AE2A-757F-36EDFE3F6E73}"/>
              </a:ext>
            </a:extLst>
          </p:cNvPr>
          <p:cNvSpPr txBox="1"/>
          <p:nvPr/>
        </p:nvSpPr>
        <p:spPr>
          <a:xfrm>
            <a:off x="9842090" y="6341806"/>
            <a:ext cx="904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471" y="668593"/>
            <a:ext cx="8613058" cy="914400"/>
          </a:xfrm>
        </p:spPr>
        <p:txBody>
          <a:bodyPr/>
          <a:lstStyle/>
          <a:p>
            <a:r>
              <a:rPr lang="en-US" dirty="0"/>
              <a:t>Percentage of Orders from Different Cities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42658" y="2284919"/>
            <a:ext cx="7506684" cy="3904488"/>
          </a:xfrm>
        </p:spPr>
        <p:txBody>
          <a:bodyPr/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Understand which cities contribute most to Zomato orders.</a:t>
            </a:r>
          </a:p>
          <a:p>
            <a:r>
              <a:rPr lang="en-US" b="1" dirty="0"/>
              <a:t>What I Did:</a:t>
            </a:r>
            <a:endParaRPr lang="en-US" dirty="0"/>
          </a:p>
          <a:p>
            <a:r>
              <a:rPr lang="en-US" dirty="0"/>
              <a:t>Aggregated </a:t>
            </a:r>
            <a:r>
              <a:rPr lang="en-US" b="1" dirty="0"/>
              <a:t>total orders per city</a:t>
            </a:r>
            <a:r>
              <a:rPr lang="en-US" dirty="0"/>
              <a:t>.</a:t>
            </a:r>
          </a:p>
          <a:p>
            <a:r>
              <a:rPr lang="en-US" dirty="0"/>
              <a:t>Used a </a:t>
            </a:r>
            <a:r>
              <a:rPr lang="en-US" b="1" dirty="0"/>
              <a:t>pie chart</a:t>
            </a:r>
            <a:r>
              <a:rPr lang="en-US" dirty="0"/>
              <a:t> for percentage contribution.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b="1" dirty="0"/>
              <a:t>Metro cities dominate</a:t>
            </a:r>
            <a:r>
              <a:rPr lang="en-US" dirty="0"/>
              <a:t> the order volume.</a:t>
            </a:r>
          </a:p>
          <a:p>
            <a:r>
              <a:rPr lang="en-US" dirty="0"/>
              <a:t>Some cities show </a:t>
            </a:r>
            <a:r>
              <a:rPr lang="en-US" b="1" dirty="0"/>
              <a:t>high demand but low restaurant presence</a:t>
            </a:r>
            <a:r>
              <a:rPr lang="en-US" dirty="0"/>
              <a:t> → growth opportunity.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F0292C-2E7D-CCC9-B312-D4E82C32D808}"/>
              </a:ext>
            </a:extLst>
          </p:cNvPr>
          <p:cNvSpPr txBox="1"/>
          <p:nvPr/>
        </p:nvSpPr>
        <p:spPr>
          <a:xfrm>
            <a:off x="9979742" y="6189407"/>
            <a:ext cx="1022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9D0BB-0FA8-4FDA-35B7-CA5C5193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81C2558-AABD-EF36-BBE0-C0637BC98B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80204" y="1832636"/>
            <a:ext cx="7256207" cy="4214204"/>
          </a:xfrm>
        </p:spPr>
        <p:txBody>
          <a:bodyPr>
            <a:norm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Analyze fluctuations in order amounts to find peak sales periods.</a:t>
            </a:r>
          </a:p>
          <a:p>
            <a:r>
              <a:rPr lang="en-US" b="1" dirty="0"/>
              <a:t>What I Did:</a:t>
            </a:r>
            <a:endParaRPr lang="en-US" dirty="0"/>
          </a:p>
          <a:p>
            <a:r>
              <a:rPr lang="en-US" dirty="0"/>
              <a:t>Extracted </a:t>
            </a:r>
            <a:r>
              <a:rPr lang="en-US" b="1" dirty="0"/>
              <a:t>date-wise sales data</a:t>
            </a:r>
            <a:r>
              <a:rPr lang="en-US" dirty="0"/>
              <a:t>.</a:t>
            </a:r>
          </a:p>
          <a:p>
            <a:r>
              <a:rPr lang="en-US" dirty="0"/>
              <a:t>Built a </a:t>
            </a:r>
            <a:r>
              <a:rPr lang="en-US" b="1" dirty="0"/>
              <a:t>line chart</a:t>
            </a:r>
            <a:r>
              <a:rPr lang="en-US" dirty="0"/>
              <a:t> to track sales trends.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b="1" dirty="0"/>
              <a:t>Weekends &amp; festive seasons</a:t>
            </a:r>
            <a:r>
              <a:rPr lang="en-US" dirty="0"/>
              <a:t> show spikes.</a:t>
            </a:r>
          </a:p>
          <a:p>
            <a:r>
              <a:rPr lang="en-US" dirty="0"/>
              <a:t>Identified </a:t>
            </a:r>
            <a:r>
              <a:rPr lang="en-US" b="1" dirty="0"/>
              <a:t>slow weekdays</a:t>
            </a:r>
            <a:r>
              <a:rPr lang="en-US" dirty="0"/>
              <a:t> where promotions could help.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8870D-4C15-9AB6-15C8-8541F3AB2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8FA0C-DF9C-B3BB-38FB-D9EA1ED24FF2}"/>
              </a:ext>
            </a:extLst>
          </p:cNvPr>
          <p:cNvSpPr txBox="1"/>
          <p:nvPr/>
        </p:nvSpPr>
        <p:spPr>
          <a:xfrm>
            <a:off x="2480204" y="696026"/>
            <a:ext cx="7064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  <a:ea typeface="+mj-ea"/>
                <a:cs typeface="+mj-cs"/>
              </a:rPr>
              <a:t>Order Amount Trends Over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F94E6-3078-2619-D600-F2768CD5FE20}"/>
              </a:ext>
            </a:extLst>
          </p:cNvPr>
          <p:cNvSpPr txBox="1"/>
          <p:nvPr/>
        </p:nvSpPr>
        <p:spPr>
          <a:xfrm>
            <a:off x="9928123" y="6327753"/>
            <a:ext cx="1425677" cy="373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374110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FE65-A5BF-E71D-6F0C-650FAB68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0E91DB-A707-F2DF-425A-14C518D27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68593"/>
            <a:ext cx="9753600" cy="914400"/>
          </a:xfrm>
        </p:spPr>
        <p:txBody>
          <a:bodyPr/>
          <a:lstStyle/>
          <a:p>
            <a:r>
              <a:rPr lang="en-US" dirty="0"/>
              <a:t>Correlation of Factors Affecting Average Rating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D997C19-077A-5D40-04FD-3EE49A3629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42658" y="2284919"/>
            <a:ext cx="8020542" cy="3904488"/>
          </a:xfrm>
        </p:spPr>
        <p:txBody>
          <a:bodyPr/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Find what factors influence restaurant ratings.</a:t>
            </a:r>
          </a:p>
          <a:p>
            <a:r>
              <a:rPr lang="en-US" b="1" dirty="0"/>
              <a:t>What I Did:</a:t>
            </a:r>
            <a:endParaRPr lang="en-US" dirty="0"/>
          </a:p>
          <a:p>
            <a:r>
              <a:rPr lang="en-US" dirty="0"/>
              <a:t>Compared </a:t>
            </a:r>
            <a:r>
              <a:rPr lang="en-US" b="1" dirty="0"/>
              <a:t>price range, delivery time, total ratings, order count</a:t>
            </a:r>
            <a:r>
              <a:rPr lang="en-US" dirty="0"/>
              <a:t> with average rating.</a:t>
            </a:r>
          </a:p>
          <a:p>
            <a:r>
              <a:rPr lang="en-US" dirty="0"/>
              <a:t>Used </a:t>
            </a:r>
            <a:r>
              <a:rPr lang="en-US" b="1" dirty="0"/>
              <a:t>scatter plots &amp; correlation matrix</a:t>
            </a:r>
            <a:r>
              <a:rPr lang="en-US" dirty="0"/>
              <a:t>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b="1" dirty="0"/>
              <a:t>Shorter delivery time → higher ratings.</a:t>
            </a:r>
            <a:endParaRPr lang="en-US" dirty="0"/>
          </a:p>
          <a:p>
            <a:r>
              <a:rPr lang="en-US" dirty="0"/>
              <a:t>High price range doesn’t always mean high ratings.</a:t>
            </a:r>
          </a:p>
          <a:p>
            <a:r>
              <a:rPr lang="en-US" b="1" dirty="0"/>
              <a:t>Total ratings volume</a:t>
            </a:r>
            <a:r>
              <a:rPr lang="en-US" dirty="0"/>
              <a:t> strongly reflects customer trust.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42ED8-F6F7-1A81-00B8-0D63084D3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729895-FD74-413D-64C1-7DE6B9387DE6}"/>
              </a:ext>
            </a:extLst>
          </p:cNvPr>
          <p:cNvSpPr txBox="1"/>
          <p:nvPr/>
        </p:nvSpPr>
        <p:spPr>
          <a:xfrm>
            <a:off x="10058400" y="6327753"/>
            <a:ext cx="9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4</a:t>
            </a:r>
          </a:p>
        </p:txBody>
      </p:sp>
    </p:spTree>
    <p:extLst>
      <p:ext uri="{BB962C8B-B14F-4D97-AF65-F5344CB8AC3E}">
        <p14:creationId xmlns:p14="http://schemas.microsoft.com/office/powerpoint/2010/main" val="223214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8E5F6-63D8-45BA-062D-99FA6402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1C2DDF1-5306-3B90-0335-7E9E643341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384320" y="2019449"/>
            <a:ext cx="7256207" cy="4214204"/>
          </a:xfrm>
        </p:spPr>
        <p:txBody>
          <a:bodyPr>
            <a:norm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Identify highest-earning restaurants.</a:t>
            </a:r>
          </a:p>
          <a:p>
            <a:r>
              <a:rPr lang="en-US" b="1" dirty="0"/>
              <a:t>What I Did:</a:t>
            </a:r>
            <a:endParaRPr lang="en-US" dirty="0"/>
          </a:p>
          <a:p>
            <a:r>
              <a:rPr lang="en-US" dirty="0"/>
              <a:t>Summed </a:t>
            </a:r>
            <a:r>
              <a:rPr lang="en-US" b="1" dirty="0"/>
              <a:t>total revenue per restaurant</a:t>
            </a:r>
            <a:r>
              <a:rPr lang="en-US" dirty="0"/>
              <a:t>.</a:t>
            </a:r>
          </a:p>
          <a:p>
            <a:r>
              <a:rPr lang="en-US" dirty="0"/>
              <a:t>Used a </a:t>
            </a:r>
            <a:r>
              <a:rPr lang="en-US" b="1" dirty="0"/>
              <a:t>column chart</a:t>
            </a:r>
            <a:r>
              <a:rPr lang="en-US" dirty="0"/>
              <a:t> to show top 5 performers.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Top restaurants succeed due to </a:t>
            </a:r>
            <a:r>
              <a:rPr lang="en-US" b="1" dirty="0"/>
              <a:t>high pricing + high order count.</a:t>
            </a:r>
            <a:endParaRPr lang="en-US" dirty="0"/>
          </a:p>
          <a:p>
            <a:r>
              <a:rPr lang="en-US" dirty="0"/>
              <a:t>Reputation &amp; customer loyalty play a major role in repeat orders.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F6112F-64C6-D5B6-D568-9789EBF2A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76C59-42FC-E023-8786-9690CC856AB1}"/>
              </a:ext>
            </a:extLst>
          </p:cNvPr>
          <p:cNvSpPr txBox="1"/>
          <p:nvPr/>
        </p:nvSpPr>
        <p:spPr>
          <a:xfrm>
            <a:off x="2480204" y="696026"/>
            <a:ext cx="7064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  <a:ea typeface="+mj-ea"/>
                <a:cs typeface="+mj-cs"/>
              </a:rPr>
              <a:t>Top 5 Restaurants by Total Sales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C3EF4-643D-34DB-9AF9-B2240BB96A0F}"/>
              </a:ext>
            </a:extLst>
          </p:cNvPr>
          <p:cNvSpPr txBox="1"/>
          <p:nvPr/>
        </p:nvSpPr>
        <p:spPr>
          <a:xfrm>
            <a:off x="9910916" y="6327753"/>
            <a:ext cx="983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5</a:t>
            </a:r>
          </a:p>
        </p:txBody>
      </p:sp>
    </p:spTree>
    <p:extLst>
      <p:ext uri="{BB962C8B-B14F-4D97-AF65-F5344CB8AC3E}">
        <p14:creationId xmlns:p14="http://schemas.microsoft.com/office/powerpoint/2010/main" val="2673442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D15D-16AC-FE8C-9E3C-F4BACD5B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E2189FF-E2DF-313E-AB23-7A5DED3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064" y="422787"/>
            <a:ext cx="5751871" cy="914400"/>
          </a:xfrm>
        </p:spPr>
        <p:txBody>
          <a:bodyPr/>
          <a:lstStyle/>
          <a:p>
            <a:r>
              <a:rPr lang="en-US" dirty="0"/>
              <a:t>Revenue by Area (Tree Map)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C0EE1AC6-2288-5EFD-488D-C947A32CD4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85728" y="2304584"/>
            <a:ext cx="8020542" cy="3904488"/>
          </a:xfrm>
        </p:spPr>
        <p:txBody>
          <a:bodyPr/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Visualize the revenue contribution from different areas to understand high and low-performing localities.</a:t>
            </a:r>
          </a:p>
          <a:p>
            <a:r>
              <a:rPr lang="en-US" altLang="en-US" b="1" dirty="0"/>
              <a:t>What I Did: </a:t>
            </a:r>
          </a:p>
          <a:p>
            <a:r>
              <a:rPr lang="en-US" altLang="en-US" dirty="0"/>
              <a:t>Summed sales by area</a:t>
            </a:r>
          </a:p>
          <a:p>
            <a:pPr lvl="0" fontAlgn="base">
              <a:spcAft>
                <a:spcPct val="0"/>
              </a:spcAft>
            </a:pPr>
            <a:r>
              <a:rPr lang="en-US" altLang="en-US" b="1" dirty="0"/>
              <a:t>Why: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dirty="0"/>
              <a:t>To find high vs low-performing areas</a:t>
            </a:r>
          </a:p>
          <a:p>
            <a:pPr lvl="0" fontAlgn="base">
              <a:spcAft>
                <a:spcPct val="0"/>
              </a:spcAft>
            </a:pPr>
            <a:r>
              <a:rPr lang="en-US" altLang="en-US" b="1" dirty="0"/>
              <a:t>Insight: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dirty="0"/>
              <a:t>Few areas dominate sales → expansion opportunities in weaker areas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C2B30-BE49-D620-30B0-B5DA2C951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0D274-E5E4-48C1-E1A8-83A24AED2583}"/>
              </a:ext>
            </a:extLst>
          </p:cNvPr>
          <p:cNvSpPr txBox="1"/>
          <p:nvPr/>
        </p:nvSpPr>
        <p:spPr>
          <a:xfrm>
            <a:off x="10019070" y="6327753"/>
            <a:ext cx="107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84636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8A309-95FF-54D2-90C9-078509853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EA77061-49FD-0F37-D6AF-C8FEB4DD6F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27379" y="2331228"/>
            <a:ext cx="8313177" cy="4214204"/>
          </a:xfrm>
        </p:spPr>
        <p:txBody>
          <a:bodyPr>
            <a:norm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Analyze which cities have the highest concentration of orders.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What I Did: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Plotted order count on a heat map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Why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/>
              <a:t>To spot demand hotspots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Insight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High-density cities align with top restaurant presence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E095D-0D90-EA96-E00A-01F53CCF6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BD61E-3938-7DC9-BDDD-E5790A13A063}"/>
              </a:ext>
            </a:extLst>
          </p:cNvPr>
          <p:cNvSpPr txBox="1"/>
          <p:nvPr/>
        </p:nvSpPr>
        <p:spPr>
          <a:xfrm>
            <a:off x="1977521" y="617368"/>
            <a:ext cx="8236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  <a:ea typeface="+mj-ea"/>
                <a:cs typeface="+mj-cs"/>
              </a:rPr>
              <a:t>Order Density by City Using a Heat 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75C98-8F3E-CD7A-4EA3-428EB19CF41C}"/>
              </a:ext>
            </a:extLst>
          </p:cNvPr>
          <p:cNvSpPr txBox="1"/>
          <p:nvPr/>
        </p:nvSpPr>
        <p:spPr>
          <a:xfrm>
            <a:off x="10065167" y="6331171"/>
            <a:ext cx="105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7</a:t>
            </a:r>
          </a:p>
        </p:txBody>
      </p:sp>
    </p:spTree>
    <p:extLst>
      <p:ext uri="{BB962C8B-B14F-4D97-AF65-F5344CB8AC3E}">
        <p14:creationId xmlns:p14="http://schemas.microsoft.com/office/powerpoint/2010/main" val="2970815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5847C-D308-671E-BEB8-77004257F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8EB3F4C-4C61-9009-FE90-E9066A4C87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827379" y="2331228"/>
            <a:ext cx="8313177" cy="4214204"/>
          </a:xfrm>
        </p:spPr>
        <p:txBody>
          <a:bodyPr>
            <a:normAutofit/>
          </a:bodyPr>
          <a:lstStyle/>
          <a:p>
            <a:r>
              <a:rPr lang="en-US" b="1" dirty="0"/>
              <a:t>What I Did</a:t>
            </a:r>
            <a:r>
              <a:rPr lang="en-US" dirty="0"/>
              <a:t>: </a:t>
            </a:r>
          </a:p>
          <a:p>
            <a:r>
              <a:rPr lang="en-US" dirty="0"/>
              <a:t>Created KPI cards for Revenue, AOV, Growth %</a:t>
            </a:r>
          </a:p>
          <a:p>
            <a:r>
              <a:rPr lang="en-US" b="1" dirty="0"/>
              <a:t>Why</a:t>
            </a:r>
            <a:r>
              <a:rPr lang="en-US" dirty="0"/>
              <a:t>: </a:t>
            </a:r>
          </a:p>
          <a:p>
            <a:r>
              <a:rPr lang="en-US" dirty="0"/>
              <a:t>To track business health at a glance</a:t>
            </a:r>
          </a:p>
          <a:p>
            <a:r>
              <a:rPr lang="en-US" b="1" dirty="0"/>
              <a:t>Insight</a:t>
            </a:r>
            <a:r>
              <a:rPr lang="en-US" dirty="0"/>
              <a:t>:</a:t>
            </a:r>
          </a:p>
          <a:p>
            <a:r>
              <a:rPr lang="en-US" dirty="0"/>
              <a:t> Revenue is growing steadily, Avg Order Value is stable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BD6B44-A76C-16C4-0475-A29F72E0D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C07C5-F26E-DFDF-188C-06B99FED850B}"/>
              </a:ext>
            </a:extLst>
          </p:cNvPr>
          <p:cNvSpPr txBox="1"/>
          <p:nvPr/>
        </p:nvSpPr>
        <p:spPr>
          <a:xfrm>
            <a:off x="4843005" y="509213"/>
            <a:ext cx="2505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KPI Cards</a:t>
            </a:r>
            <a:endParaRPr 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DCA1D-E389-BBEA-0E44-5FEB6F89F0B9}"/>
              </a:ext>
            </a:extLst>
          </p:cNvPr>
          <p:cNvSpPr txBox="1"/>
          <p:nvPr/>
        </p:nvSpPr>
        <p:spPr>
          <a:xfrm>
            <a:off x="10038735" y="6319198"/>
            <a:ext cx="89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8</a:t>
            </a:r>
          </a:p>
        </p:txBody>
      </p:sp>
    </p:spTree>
    <p:extLst>
      <p:ext uri="{BB962C8B-B14F-4D97-AF65-F5344CB8AC3E}">
        <p14:creationId xmlns:p14="http://schemas.microsoft.com/office/powerpoint/2010/main" val="3028049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BA9-BC32-CC20-06FA-90E88D3E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EDA2B47-BA10-5A95-C48A-4039339E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561" y="383458"/>
            <a:ext cx="8740877" cy="914400"/>
          </a:xfrm>
        </p:spPr>
        <p:txBody>
          <a:bodyPr/>
          <a:lstStyle/>
          <a:p>
            <a:r>
              <a:rPr lang="en-US" dirty="0"/>
              <a:t>Restaurant-Wise Sales Summary in a Table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4CE8C3B-DF56-B4E7-DB76-4A8C139587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42658" y="2284919"/>
            <a:ext cx="8020542" cy="3904488"/>
          </a:xfrm>
        </p:spPr>
        <p:txBody>
          <a:bodyPr/>
          <a:lstStyle/>
          <a:p>
            <a:r>
              <a:rPr lang="en-US" b="1" dirty="0"/>
              <a:t>Objective: </a:t>
            </a:r>
          </a:p>
          <a:p>
            <a:r>
              <a:rPr lang="en-US" dirty="0"/>
              <a:t>Create a structured </a:t>
            </a:r>
            <a:r>
              <a:rPr lang="en-US" b="1" dirty="0"/>
              <a:t>table summarizing restaurant-wise sales performance</a:t>
            </a:r>
            <a:r>
              <a:rPr lang="en-US" dirty="0"/>
              <a:t>. </a:t>
            </a:r>
            <a:r>
              <a:rPr lang="en-US" b="1" dirty="0"/>
              <a:t>order value</a:t>
            </a:r>
            <a:r>
              <a:rPr lang="en-US" dirty="0"/>
              <a:t>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b="1" dirty="0"/>
              <a:t>What I Did: </a:t>
            </a:r>
          </a:p>
          <a:p>
            <a:pPr lvl="0" fontAlgn="base">
              <a:spcAft>
                <a:spcPct val="0"/>
              </a:spcAft>
            </a:pPr>
            <a:r>
              <a:rPr lang="en-US" dirty="0"/>
              <a:t>Table with Sales, Orders, Avg Order Value</a:t>
            </a:r>
            <a:endParaRPr lang="en-US" altLang="en-US" dirty="0"/>
          </a:p>
          <a:p>
            <a:pPr lvl="0" fontAlgn="base">
              <a:spcAft>
                <a:spcPct val="0"/>
              </a:spcAft>
            </a:pPr>
            <a:r>
              <a:rPr lang="en-US" altLang="en-US" b="1" dirty="0"/>
              <a:t>Why: </a:t>
            </a:r>
          </a:p>
          <a:p>
            <a:pPr fontAlgn="base">
              <a:spcAft>
                <a:spcPct val="0"/>
              </a:spcAft>
            </a:pPr>
            <a:r>
              <a:rPr lang="en-IN" dirty="0"/>
              <a:t>To compare restaurant performance</a:t>
            </a:r>
          </a:p>
          <a:p>
            <a:pPr fontAlgn="base">
              <a:spcAft>
                <a:spcPct val="0"/>
              </a:spcAft>
            </a:pPr>
            <a:r>
              <a:rPr lang="en-US" altLang="en-US" b="1" dirty="0"/>
              <a:t>Insight: </a:t>
            </a:r>
          </a:p>
          <a:p>
            <a:pPr lvl="0" fontAlgn="base">
              <a:spcAft>
                <a:spcPct val="0"/>
              </a:spcAft>
            </a:pPr>
            <a:r>
              <a:rPr lang="en-US" dirty="0"/>
              <a:t>Few restaurants outperform, long-tail of small players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3981E-8061-64D1-2F5E-A6018FBE52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27FF3-08B1-25F8-197F-11F1A2791782}"/>
              </a:ext>
            </a:extLst>
          </p:cNvPr>
          <p:cNvSpPr txBox="1"/>
          <p:nvPr/>
        </p:nvSpPr>
        <p:spPr>
          <a:xfrm>
            <a:off x="10038735" y="6289876"/>
            <a:ext cx="1091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9</a:t>
            </a:r>
          </a:p>
        </p:txBody>
      </p:sp>
    </p:spTree>
    <p:extLst>
      <p:ext uri="{BB962C8B-B14F-4D97-AF65-F5344CB8AC3E}">
        <p14:creationId xmlns:p14="http://schemas.microsoft.com/office/powerpoint/2010/main" val="1823274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C063D-F005-CC8D-BA08-4123C3EE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1ECE3AC-7FF8-BC1B-8C9F-C84C8B41E5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355431" y="2213240"/>
            <a:ext cx="8313177" cy="2929030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What I Did: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Combined all visuals into one dashboard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Why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/>
              <a:t>For a complete business overview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Insight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Dashboard highlights key KPIs, city-level demand, area revenue, and restaurant performance in one place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B185E-A3A8-6BC2-80A7-1EBBB5104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54207-B03F-04B6-747B-43A91329D399}"/>
              </a:ext>
            </a:extLst>
          </p:cNvPr>
          <p:cNvSpPr txBox="1"/>
          <p:nvPr/>
        </p:nvSpPr>
        <p:spPr>
          <a:xfrm>
            <a:off x="3977767" y="469884"/>
            <a:ext cx="423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+mj-lt"/>
                <a:ea typeface="+mj-ea"/>
                <a:cs typeface="+mj-cs"/>
              </a:rPr>
              <a:t>Final Dashboard</a:t>
            </a:r>
            <a:endParaRPr 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1B3CE-08B3-405C-C6A2-B402AE215926}"/>
              </a:ext>
            </a:extLst>
          </p:cNvPr>
          <p:cNvSpPr txBox="1"/>
          <p:nvPr/>
        </p:nvSpPr>
        <p:spPr>
          <a:xfrm>
            <a:off x="10028903" y="6327753"/>
            <a:ext cx="114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Task 10</a:t>
            </a:r>
          </a:p>
        </p:txBody>
      </p:sp>
    </p:spTree>
    <p:extLst>
      <p:ext uri="{BB962C8B-B14F-4D97-AF65-F5344CB8AC3E}">
        <p14:creationId xmlns:p14="http://schemas.microsoft.com/office/powerpoint/2010/main" val="629728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9482-1354-A003-1EAD-01D12656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835844"/>
            <a:ext cx="10360152" cy="828171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B4C60E-F957-7494-0243-A1ACCC22275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820007" y="2707358"/>
            <a:ext cx="6551986" cy="189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000" cap="none" dirty="0"/>
              <a:t>Zomato orders are concentrated in few cities &amp; areas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000" cap="none" dirty="0"/>
              <a:t>Delivery speed &amp; pricing impact ratings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000" cap="none" dirty="0"/>
              <a:t>Top restaurants drive majority of revenue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000" cap="none" dirty="0"/>
              <a:t>Dashboard enables quick business insights &amp;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207433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4348" y="914400"/>
            <a:ext cx="4463846" cy="5029200"/>
          </a:xfrm>
        </p:spPr>
        <p:txBody>
          <a:bodyPr/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{2351E1FD-1F9D-4415-8A12-BBF153373299}tf11964407_win32</Template>
  <TotalTime>514</TotalTime>
  <Words>726</Words>
  <Application>Microsoft Office PowerPoint</Application>
  <PresentationFormat>Widescreen</PresentationFormat>
  <Paragraphs>139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Rounded MT Bold</vt:lpstr>
      <vt:lpstr>Calibri</vt:lpstr>
      <vt:lpstr>Courier New</vt:lpstr>
      <vt:lpstr>Gill Sans Nova Light</vt:lpstr>
      <vt:lpstr>Sagona Book</vt:lpstr>
      <vt:lpstr>Wingdings</vt:lpstr>
      <vt:lpstr>Custom</vt:lpstr>
      <vt:lpstr>Zomato Order &amp; Restaurant Analysis Using Power BI </vt:lpstr>
      <vt:lpstr>Upload Dataset into MySQL</vt:lpstr>
      <vt:lpstr>Perform Simple Data Transformations  Using SQL</vt:lpstr>
      <vt:lpstr>Power BI</vt:lpstr>
      <vt:lpstr>Percentage of Orders from Different Cities</vt:lpstr>
      <vt:lpstr>PowerPoint Presentation</vt:lpstr>
      <vt:lpstr>Correlation of Factors Affecting Average Rating</vt:lpstr>
      <vt:lpstr>PowerPoint Presentation</vt:lpstr>
      <vt:lpstr>Revenue by Area (Tree Map)</vt:lpstr>
      <vt:lpstr>PowerPoint Presentation</vt:lpstr>
      <vt:lpstr>PowerPoint Presentation</vt:lpstr>
      <vt:lpstr>Restaurant-Wise Sales Summary in a Table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DOMINIC ERICSON A</dc:creator>
  <cp:lastModifiedBy>DOMINIC ERICSON A</cp:lastModifiedBy>
  <cp:revision>1</cp:revision>
  <dcterms:created xsi:type="dcterms:W3CDTF">2025-09-22T18:12:00Z</dcterms:created>
  <dcterms:modified xsi:type="dcterms:W3CDTF">2025-09-29T13:16:21Z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