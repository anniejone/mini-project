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87B57D-C715-4876-9131-8A93851F9B50}" v="54" dt="2025-10-16T19:09:52.4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C ERICSON A" userId="4bc43f114a012ffa" providerId="LiveId" clId="{46380805-AB1C-48D4-B920-A84CB1DCA5BA}"/>
    <pc:docChg chg="undo custSel addSld delSld modSld sldOrd">
      <pc:chgData name="DOMINIC ERICSON A" userId="4bc43f114a012ffa" providerId="LiveId" clId="{46380805-AB1C-48D4-B920-A84CB1DCA5BA}" dt="2025-10-16T19:10:03.850" v="251" actId="20577"/>
      <pc:docMkLst>
        <pc:docMk/>
      </pc:docMkLst>
      <pc:sldChg chg="modSp mod">
        <pc:chgData name="DOMINIC ERICSON A" userId="4bc43f114a012ffa" providerId="LiveId" clId="{46380805-AB1C-48D4-B920-A84CB1DCA5BA}" dt="2025-10-15T19:42:58.152" v="4" actId="20577"/>
        <pc:sldMkLst>
          <pc:docMk/>
          <pc:sldMk cId="1067334931" sldId="257"/>
        </pc:sldMkLst>
        <pc:spChg chg="mod">
          <ac:chgData name="DOMINIC ERICSON A" userId="4bc43f114a012ffa" providerId="LiveId" clId="{46380805-AB1C-48D4-B920-A84CB1DCA5BA}" dt="2025-10-15T19:42:58.152" v="4" actId="20577"/>
          <ac:spMkLst>
            <pc:docMk/>
            <pc:sldMk cId="1067334931" sldId="257"/>
            <ac:spMk id="3" creationId="{5ED0EA90-8C09-433C-9A60-DD8E05350CD0}"/>
          </ac:spMkLst>
        </pc:spChg>
      </pc:sldChg>
      <pc:sldChg chg="modSp new mod">
        <pc:chgData name="DOMINIC ERICSON A" userId="4bc43f114a012ffa" providerId="LiveId" clId="{46380805-AB1C-48D4-B920-A84CB1DCA5BA}" dt="2025-10-16T18:58:52.159" v="235" actId="6549"/>
        <pc:sldMkLst>
          <pc:docMk/>
          <pc:sldMk cId="1875293979" sldId="258"/>
        </pc:sldMkLst>
        <pc:spChg chg="mod">
          <ac:chgData name="DOMINIC ERICSON A" userId="4bc43f114a012ffa" providerId="LiveId" clId="{46380805-AB1C-48D4-B920-A84CB1DCA5BA}" dt="2025-10-15T19:43:48.544" v="8" actId="108"/>
          <ac:spMkLst>
            <pc:docMk/>
            <pc:sldMk cId="1875293979" sldId="258"/>
            <ac:spMk id="2" creationId="{F83C55C4-B4CD-D654-7C80-CDDFC72C11F6}"/>
          </ac:spMkLst>
        </pc:spChg>
        <pc:spChg chg="mod">
          <ac:chgData name="DOMINIC ERICSON A" userId="4bc43f114a012ffa" providerId="LiveId" clId="{46380805-AB1C-48D4-B920-A84CB1DCA5BA}" dt="2025-10-16T18:58:52.159" v="235" actId="6549"/>
          <ac:spMkLst>
            <pc:docMk/>
            <pc:sldMk cId="1875293979" sldId="258"/>
            <ac:spMk id="3" creationId="{9659036A-CF38-A92F-EAE7-1E32AF2BBA68}"/>
          </ac:spMkLst>
        </pc:spChg>
      </pc:sldChg>
      <pc:sldChg chg="modSp add mod">
        <pc:chgData name="DOMINIC ERICSON A" userId="4bc43f114a012ffa" providerId="LiveId" clId="{46380805-AB1C-48D4-B920-A84CB1DCA5BA}" dt="2025-10-15T19:54:39.252" v="75"/>
        <pc:sldMkLst>
          <pc:docMk/>
          <pc:sldMk cId="3239329077" sldId="259"/>
        </pc:sldMkLst>
        <pc:spChg chg="mod">
          <ac:chgData name="DOMINIC ERICSON A" userId="4bc43f114a012ffa" providerId="LiveId" clId="{46380805-AB1C-48D4-B920-A84CB1DCA5BA}" dt="2025-10-15T19:52:18.385" v="68"/>
          <ac:spMkLst>
            <pc:docMk/>
            <pc:sldMk cId="3239329077" sldId="259"/>
            <ac:spMk id="2" creationId="{B9CCDBC6-5405-9005-CD80-686AEDECC033}"/>
          </ac:spMkLst>
        </pc:spChg>
        <pc:spChg chg="mod">
          <ac:chgData name="DOMINIC ERICSON A" userId="4bc43f114a012ffa" providerId="LiveId" clId="{46380805-AB1C-48D4-B920-A84CB1DCA5BA}" dt="2025-10-15T19:54:39.252" v="75"/>
          <ac:spMkLst>
            <pc:docMk/>
            <pc:sldMk cId="3239329077" sldId="259"/>
            <ac:spMk id="3" creationId="{C9620509-3242-1EDA-A7D6-31FECFA7CBCC}"/>
          </ac:spMkLst>
        </pc:spChg>
      </pc:sldChg>
      <pc:sldChg chg="modSp add mod">
        <pc:chgData name="DOMINIC ERICSON A" userId="4bc43f114a012ffa" providerId="LiveId" clId="{46380805-AB1C-48D4-B920-A84CB1DCA5BA}" dt="2025-10-15T19:54:51.437" v="77" actId="14100"/>
        <pc:sldMkLst>
          <pc:docMk/>
          <pc:sldMk cId="1522081112" sldId="260"/>
        </pc:sldMkLst>
        <pc:spChg chg="mod">
          <ac:chgData name="DOMINIC ERICSON A" userId="4bc43f114a012ffa" providerId="LiveId" clId="{46380805-AB1C-48D4-B920-A84CB1DCA5BA}" dt="2025-10-15T19:52:41.840" v="69"/>
          <ac:spMkLst>
            <pc:docMk/>
            <pc:sldMk cId="1522081112" sldId="260"/>
            <ac:spMk id="2" creationId="{846E4ED6-F2F0-2119-DAE6-D699C2EE5860}"/>
          </ac:spMkLst>
        </pc:spChg>
        <pc:spChg chg="mod">
          <ac:chgData name="DOMINIC ERICSON A" userId="4bc43f114a012ffa" providerId="LiveId" clId="{46380805-AB1C-48D4-B920-A84CB1DCA5BA}" dt="2025-10-15T19:54:51.437" v="77" actId="14100"/>
          <ac:spMkLst>
            <pc:docMk/>
            <pc:sldMk cId="1522081112" sldId="260"/>
            <ac:spMk id="3" creationId="{CBA0814F-2537-4F5F-586D-7EC9447594D4}"/>
          </ac:spMkLst>
        </pc:spChg>
      </pc:sldChg>
      <pc:sldChg chg="modSp add mod">
        <pc:chgData name="DOMINIC ERICSON A" userId="4bc43f114a012ffa" providerId="LiveId" clId="{46380805-AB1C-48D4-B920-A84CB1DCA5BA}" dt="2025-10-16T19:04:39.187" v="242" actId="20577"/>
        <pc:sldMkLst>
          <pc:docMk/>
          <pc:sldMk cId="1534599776" sldId="261"/>
        </pc:sldMkLst>
        <pc:spChg chg="mod">
          <ac:chgData name="DOMINIC ERICSON A" userId="4bc43f114a012ffa" providerId="LiveId" clId="{46380805-AB1C-48D4-B920-A84CB1DCA5BA}" dt="2025-10-15T19:55:18.778" v="79"/>
          <ac:spMkLst>
            <pc:docMk/>
            <pc:sldMk cId="1534599776" sldId="261"/>
            <ac:spMk id="2" creationId="{0E05ABE7-4FAC-299D-8796-FE462CDBBB68}"/>
          </ac:spMkLst>
        </pc:spChg>
        <pc:spChg chg="mod">
          <ac:chgData name="DOMINIC ERICSON A" userId="4bc43f114a012ffa" providerId="LiveId" clId="{46380805-AB1C-48D4-B920-A84CB1DCA5BA}" dt="2025-10-16T19:04:39.187" v="242" actId="20577"/>
          <ac:spMkLst>
            <pc:docMk/>
            <pc:sldMk cId="1534599776" sldId="261"/>
            <ac:spMk id="3" creationId="{B8793053-4494-6169-E940-9BE4B20796E4}"/>
          </ac:spMkLst>
        </pc:spChg>
      </pc:sldChg>
      <pc:sldChg chg="modSp add mod">
        <pc:chgData name="DOMINIC ERICSON A" userId="4bc43f114a012ffa" providerId="LiveId" clId="{46380805-AB1C-48D4-B920-A84CB1DCA5BA}" dt="2025-10-16T19:07:04.003" v="248" actId="20577"/>
        <pc:sldMkLst>
          <pc:docMk/>
          <pc:sldMk cId="279600108" sldId="262"/>
        </pc:sldMkLst>
        <pc:spChg chg="mod">
          <ac:chgData name="DOMINIC ERICSON A" userId="4bc43f114a012ffa" providerId="LiveId" clId="{46380805-AB1C-48D4-B920-A84CB1DCA5BA}" dt="2025-10-15T19:58:42.914" v="95"/>
          <ac:spMkLst>
            <pc:docMk/>
            <pc:sldMk cId="279600108" sldId="262"/>
            <ac:spMk id="2" creationId="{B7B915C5-9290-E666-BA5F-D94183B6FC3C}"/>
          </ac:spMkLst>
        </pc:spChg>
        <pc:spChg chg="mod">
          <ac:chgData name="DOMINIC ERICSON A" userId="4bc43f114a012ffa" providerId="LiveId" clId="{46380805-AB1C-48D4-B920-A84CB1DCA5BA}" dt="2025-10-16T19:07:04.003" v="248" actId="20577"/>
          <ac:spMkLst>
            <pc:docMk/>
            <pc:sldMk cId="279600108" sldId="262"/>
            <ac:spMk id="3" creationId="{566DA602-825C-FBA9-4F75-9056A9BC3D20}"/>
          </ac:spMkLst>
        </pc:spChg>
      </pc:sldChg>
      <pc:sldChg chg="modSp add">
        <pc:chgData name="DOMINIC ERICSON A" userId="4bc43f114a012ffa" providerId="LiveId" clId="{46380805-AB1C-48D4-B920-A84CB1DCA5BA}" dt="2025-10-15T20:02:29.778" v="111"/>
        <pc:sldMkLst>
          <pc:docMk/>
          <pc:sldMk cId="2400514067" sldId="263"/>
        </pc:sldMkLst>
        <pc:spChg chg="mod">
          <ac:chgData name="DOMINIC ERICSON A" userId="4bc43f114a012ffa" providerId="LiveId" clId="{46380805-AB1C-48D4-B920-A84CB1DCA5BA}" dt="2025-10-15T20:01:12.024" v="109"/>
          <ac:spMkLst>
            <pc:docMk/>
            <pc:sldMk cId="2400514067" sldId="263"/>
            <ac:spMk id="2" creationId="{F7ABA7C9-5FF3-1592-D57F-4BC5B863AF88}"/>
          </ac:spMkLst>
        </pc:spChg>
        <pc:spChg chg="mod">
          <ac:chgData name="DOMINIC ERICSON A" userId="4bc43f114a012ffa" providerId="LiveId" clId="{46380805-AB1C-48D4-B920-A84CB1DCA5BA}" dt="2025-10-15T20:02:29.778" v="111"/>
          <ac:spMkLst>
            <pc:docMk/>
            <pc:sldMk cId="2400514067" sldId="263"/>
            <ac:spMk id="3" creationId="{5A746F16-AA90-2A75-D53F-220876030E70}"/>
          </ac:spMkLst>
        </pc:spChg>
      </pc:sldChg>
      <pc:sldChg chg="modSp add mod">
        <pc:chgData name="DOMINIC ERICSON A" userId="4bc43f114a012ffa" providerId="LiveId" clId="{46380805-AB1C-48D4-B920-A84CB1DCA5BA}" dt="2025-10-16T19:10:03.850" v="251" actId="20577"/>
        <pc:sldMkLst>
          <pc:docMk/>
          <pc:sldMk cId="1066501696" sldId="264"/>
        </pc:sldMkLst>
        <pc:spChg chg="mod">
          <ac:chgData name="DOMINIC ERICSON A" userId="4bc43f114a012ffa" providerId="LiveId" clId="{46380805-AB1C-48D4-B920-A84CB1DCA5BA}" dt="2025-10-15T20:03:15.510" v="115"/>
          <ac:spMkLst>
            <pc:docMk/>
            <pc:sldMk cId="1066501696" sldId="264"/>
            <ac:spMk id="2" creationId="{C6723852-8634-961F-0EE3-9C456A2ABDA6}"/>
          </ac:spMkLst>
        </pc:spChg>
        <pc:spChg chg="mod">
          <ac:chgData name="DOMINIC ERICSON A" userId="4bc43f114a012ffa" providerId="LiveId" clId="{46380805-AB1C-48D4-B920-A84CB1DCA5BA}" dt="2025-10-16T19:10:03.850" v="251" actId="20577"/>
          <ac:spMkLst>
            <pc:docMk/>
            <pc:sldMk cId="1066501696" sldId="264"/>
            <ac:spMk id="3" creationId="{BEE36BD9-27F0-A681-2769-79158EC34F59}"/>
          </ac:spMkLst>
        </pc:spChg>
      </pc:sldChg>
      <pc:sldChg chg="addSp modSp new mod">
        <pc:chgData name="DOMINIC ERICSON A" userId="4bc43f114a012ffa" providerId="LiveId" clId="{46380805-AB1C-48D4-B920-A84CB1DCA5BA}" dt="2025-10-15T20:15:41.292" v="150" actId="1076"/>
        <pc:sldMkLst>
          <pc:docMk/>
          <pc:sldMk cId="1637922386" sldId="265"/>
        </pc:sldMkLst>
        <pc:spChg chg="add mod">
          <ac:chgData name="DOMINIC ERICSON A" userId="4bc43f114a012ffa" providerId="LiveId" clId="{46380805-AB1C-48D4-B920-A84CB1DCA5BA}" dt="2025-10-15T20:15:02.712" v="145" actId="122"/>
          <ac:spMkLst>
            <pc:docMk/>
            <pc:sldMk cId="1637922386" sldId="265"/>
            <ac:spMk id="6" creationId="{D66E450B-CE12-A618-E440-C5D80BFE16F0}"/>
          </ac:spMkLst>
        </pc:spChg>
        <pc:spChg chg="add mod">
          <ac:chgData name="DOMINIC ERICSON A" userId="4bc43f114a012ffa" providerId="LiveId" clId="{46380805-AB1C-48D4-B920-A84CB1DCA5BA}" dt="2025-10-15T20:15:41.292" v="150" actId="1076"/>
          <ac:spMkLst>
            <pc:docMk/>
            <pc:sldMk cId="1637922386" sldId="265"/>
            <ac:spMk id="7" creationId="{FF30D7EA-EE79-C7D6-EE74-20970369980A}"/>
          </ac:spMkLst>
        </pc:spChg>
        <pc:picChg chg="add mod">
          <ac:chgData name="DOMINIC ERICSON A" userId="4bc43f114a012ffa" providerId="LiveId" clId="{46380805-AB1C-48D4-B920-A84CB1DCA5BA}" dt="2025-10-15T20:13:28.059" v="132"/>
          <ac:picMkLst>
            <pc:docMk/>
            <pc:sldMk cId="1637922386" sldId="265"/>
            <ac:picMk id="3" creationId="{97C4E7ED-FFC0-505A-D7C1-1A4E79389964}"/>
          </ac:picMkLst>
        </pc:picChg>
        <pc:picChg chg="add mod">
          <ac:chgData name="DOMINIC ERICSON A" userId="4bc43f114a012ffa" providerId="LiveId" clId="{46380805-AB1C-48D4-B920-A84CB1DCA5BA}" dt="2025-10-15T20:14:10.555" v="139" actId="1076"/>
          <ac:picMkLst>
            <pc:docMk/>
            <pc:sldMk cId="1637922386" sldId="265"/>
            <ac:picMk id="5" creationId="{20E79A47-E99E-B92E-9D04-FB900A0ECB6F}"/>
          </ac:picMkLst>
        </pc:picChg>
      </pc:sldChg>
      <pc:sldChg chg="add del">
        <pc:chgData name="DOMINIC ERICSON A" userId="4bc43f114a012ffa" providerId="LiveId" clId="{46380805-AB1C-48D4-B920-A84CB1DCA5BA}" dt="2025-10-15T20:10:41.708" v="124" actId="2696"/>
        <pc:sldMkLst>
          <pc:docMk/>
          <pc:sldMk cId="1828798525" sldId="265"/>
        </pc:sldMkLst>
      </pc:sldChg>
      <pc:sldChg chg="new del">
        <pc:chgData name="DOMINIC ERICSON A" userId="4bc43f114a012ffa" providerId="LiveId" clId="{46380805-AB1C-48D4-B920-A84CB1DCA5BA}" dt="2025-10-15T20:16:18.588" v="152" actId="2696"/>
        <pc:sldMkLst>
          <pc:docMk/>
          <pc:sldMk cId="1685319687" sldId="266"/>
        </pc:sldMkLst>
      </pc:sldChg>
      <pc:sldChg chg="modSp add mod ord">
        <pc:chgData name="DOMINIC ERICSON A" userId="4bc43f114a012ffa" providerId="LiveId" clId="{46380805-AB1C-48D4-B920-A84CB1DCA5BA}" dt="2025-10-15T20:20:00.893" v="196" actId="1076"/>
        <pc:sldMkLst>
          <pc:docMk/>
          <pc:sldMk cId="1737715746" sldId="266"/>
        </pc:sldMkLst>
        <pc:spChg chg="mod">
          <ac:chgData name="DOMINIC ERICSON A" userId="4bc43f114a012ffa" providerId="LiveId" clId="{46380805-AB1C-48D4-B920-A84CB1DCA5BA}" dt="2025-10-15T20:20:00.893" v="196" actId="1076"/>
          <ac:spMkLst>
            <pc:docMk/>
            <pc:sldMk cId="1737715746" sldId="266"/>
            <ac:spMk id="2" creationId="{B4508BE2-D1A6-26B2-47FF-E91106F83D00}"/>
          </ac:spMkLst>
        </pc:spChg>
        <pc:spChg chg="mod">
          <ac:chgData name="DOMINIC ERICSON A" userId="4bc43f114a012ffa" providerId="LiveId" clId="{46380805-AB1C-48D4-B920-A84CB1DCA5BA}" dt="2025-10-15T20:18:56.654" v="192" actId="14100"/>
          <ac:spMkLst>
            <pc:docMk/>
            <pc:sldMk cId="1737715746" sldId="266"/>
            <ac:spMk id="3" creationId="{0094E19B-C8B5-EAF2-5749-5D4FA4ACB84B}"/>
          </ac:spMkLst>
        </pc:spChg>
      </pc:sldChg>
      <pc:sldChg chg="modSp new mod">
        <pc:chgData name="DOMINIC ERICSON A" userId="4bc43f114a012ffa" providerId="LiveId" clId="{46380805-AB1C-48D4-B920-A84CB1DCA5BA}" dt="2025-10-15T20:20:45.617" v="204" actId="14100"/>
        <pc:sldMkLst>
          <pc:docMk/>
          <pc:sldMk cId="2874070442" sldId="267"/>
        </pc:sldMkLst>
        <pc:spChg chg="mod">
          <ac:chgData name="DOMINIC ERICSON A" userId="4bc43f114a012ffa" providerId="LiveId" clId="{46380805-AB1C-48D4-B920-A84CB1DCA5BA}" dt="2025-10-15T20:20:07.669" v="197" actId="108"/>
          <ac:spMkLst>
            <pc:docMk/>
            <pc:sldMk cId="2874070442" sldId="267"/>
            <ac:spMk id="2" creationId="{E22BAFC2-4DD1-EBF8-3233-460E986BB1DF}"/>
          </ac:spMkLst>
        </pc:spChg>
        <pc:spChg chg="mod">
          <ac:chgData name="DOMINIC ERICSON A" userId="4bc43f114a012ffa" providerId="LiveId" clId="{46380805-AB1C-48D4-B920-A84CB1DCA5BA}" dt="2025-10-15T20:20:45.617" v="204" actId="14100"/>
          <ac:spMkLst>
            <pc:docMk/>
            <pc:sldMk cId="2874070442" sldId="267"/>
            <ac:spMk id="3" creationId="{8F20E449-B8A7-CF17-889D-B8A421BF1669}"/>
          </ac:spMkLst>
        </pc:spChg>
      </pc:sldChg>
      <pc:sldChg chg="delSp modSp new mod">
        <pc:chgData name="DOMINIC ERICSON A" userId="4bc43f114a012ffa" providerId="LiveId" clId="{46380805-AB1C-48D4-B920-A84CB1DCA5BA}" dt="2025-10-15T20:22:08.536" v="227" actId="1076"/>
        <pc:sldMkLst>
          <pc:docMk/>
          <pc:sldMk cId="567598770" sldId="268"/>
        </pc:sldMkLst>
        <pc:spChg chg="mod">
          <ac:chgData name="DOMINIC ERICSON A" userId="4bc43f114a012ffa" providerId="LiveId" clId="{46380805-AB1C-48D4-B920-A84CB1DCA5BA}" dt="2025-10-15T20:22:08.536" v="227" actId="1076"/>
          <ac:spMkLst>
            <pc:docMk/>
            <pc:sldMk cId="567598770" sldId="268"/>
            <ac:spMk id="2" creationId="{E25CAAFF-020A-03A5-09E8-65CD8AE56A0F}"/>
          </ac:spMkLst>
        </pc:spChg>
        <pc:spChg chg="del">
          <ac:chgData name="DOMINIC ERICSON A" userId="4bc43f114a012ffa" providerId="LiveId" clId="{46380805-AB1C-48D4-B920-A84CB1DCA5BA}" dt="2025-10-15T20:21:15.623" v="217" actId="478"/>
          <ac:spMkLst>
            <pc:docMk/>
            <pc:sldMk cId="567598770" sldId="268"/>
            <ac:spMk id="3" creationId="{DEE5B8F1-5AFE-FCE6-13A3-9A2572A78E9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EB3F3-1FEF-B41F-0E85-5B2390DD8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4452" y="1499965"/>
            <a:ext cx="10073484" cy="2677648"/>
          </a:xfrm>
        </p:spPr>
        <p:txBody>
          <a:bodyPr/>
          <a:lstStyle/>
          <a:p>
            <a:r>
              <a:rPr lang="en-IN" b="1" dirty="0"/>
              <a:t>Instagram Performance Analytics for Sugar Cosmetics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6183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59B2D-2B64-97F4-7D91-199CC9261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Overview KPIs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D0EA90-8C09-433C-9A60-DD8E05350CD0}"/>
              </a:ext>
            </a:extLst>
          </p:cNvPr>
          <p:cNvSpPr txBox="1"/>
          <p:nvPr/>
        </p:nvSpPr>
        <p:spPr>
          <a:xfrm>
            <a:off x="2448232" y="2782529"/>
            <a:ext cx="772815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Insights:</a:t>
            </a:r>
            <a:endParaRPr lang="en-IN" dirty="0"/>
          </a:p>
          <a:p>
            <a:r>
              <a:rPr lang="en-IN" dirty="0"/>
              <a:t>📸 Total Posts: </a:t>
            </a:r>
            <a:r>
              <a:rPr lang="en-IN" b="1" dirty="0"/>
              <a:t>50,000</a:t>
            </a:r>
            <a:endParaRPr lang="en-IN" dirty="0"/>
          </a:p>
          <a:p>
            <a:r>
              <a:rPr lang="en-IN" dirty="0"/>
              <a:t>❤️ Total Likes: </a:t>
            </a:r>
            <a:r>
              <a:rPr lang="en-IN" b="1" dirty="0"/>
              <a:t>147.7M</a:t>
            </a:r>
            <a:endParaRPr lang="en-IN" dirty="0"/>
          </a:p>
          <a:p>
            <a:r>
              <a:rPr lang="en-IN" dirty="0"/>
              <a:t>💬 Total Comments: </a:t>
            </a:r>
            <a:r>
              <a:rPr lang="en-IN" b="1" dirty="0"/>
              <a:t>18.4M</a:t>
            </a:r>
            <a:endParaRPr lang="en-IN" dirty="0"/>
          </a:p>
          <a:p>
            <a:r>
              <a:rPr lang="en-IN" dirty="0"/>
              <a:t>👀 Total Reach: </a:t>
            </a:r>
            <a:r>
              <a:rPr lang="en-IN" b="1" dirty="0"/>
              <a:t>987.4M</a:t>
            </a:r>
            <a:endParaRPr lang="en-IN" dirty="0"/>
          </a:p>
          <a:p>
            <a:r>
              <a:rPr lang="en-IN" dirty="0"/>
              <a:t>🔁 Avg. Engagement Rate: </a:t>
            </a:r>
            <a:r>
              <a:rPr lang="en-IN" b="1" dirty="0"/>
              <a:t>2%</a:t>
            </a:r>
          </a:p>
          <a:p>
            <a:endParaRPr lang="en-IN" dirty="0"/>
          </a:p>
          <a:p>
            <a:r>
              <a:rPr lang="en-IN" b="1" dirty="0"/>
              <a:t>Interpretation:</a:t>
            </a:r>
            <a:br>
              <a:rPr lang="en-IN" dirty="0"/>
            </a:br>
            <a:r>
              <a:rPr lang="en-IN" dirty="0"/>
              <a:t>→ Strong reach and engagement, but opportunities exist to convert views into interactions.</a:t>
            </a:r>
          </a:p>
        </p:txBody>
      </p:sp>
    </p:spTree>
    <p:extLst>
      <p:ext uri="{BB962C8B-B14F-4D97-AF65-F5344CB8AC3E}">
        <p14:creationId xmlns:p14="http://schemas.microsoft.com/office/powerpoint/2010/main" val="1067334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C55C4-B4CD-D654-7C80-CDDFC72C1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Monthly Posting Trend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9036A-CF38-A92F-EAE7-1E32AF2BB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499"/>
            <a:ext cx="8761412" cy="41021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Task</a:t>
            </a:r>
          </a:p>
          <a:p>
            <a:r>
              <a:rPr lang="en-US" dirty="0"/>
              <a:t>Analyze how frequently the brand posts content over time. Create a line chart that displays the </a:t>
            </a:r>
            <a:r>
              <a:rPr lang="en-US" b="1" dirty="0"/>
              <a:t>number of posts per month</a:t>
            </a:r>
            <a:r>
              <a:rPr lang="en-US" dirty="0"/>
              <a:t>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Observation:</a:t>
            </a:r>
            <a:endParaRPr lang="en-US" dirty="0"/>
          </a:p>
          <a:p>
            <a:r>
              <a:rPr lang="en-US" dirty="0"/>
              <a:t>Posting frequency is fairly consistent across months.</a:t>
            </a:r>
          </a:p>
          <a:p>
            <a:r>
              <a:rPr lang="en-US" dirty="0"/>
              <a:t>Peak posting months: </a:t>
            </a:r>
            <a:r>
              <a:rPr lang="en-US" b="1" dirty="0"/>
              <a:t>dec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Insight:</a:t>
            </a:r>
            <a:br>
              <a:rPr lang="en-US" dirty="0"/>
            </a:br>
            <a:r>
              <a:rPr lang="en-US" dirty="0"/>
              <a:t>	→ Consistent posting helps maintain audience visibility; spikes indicate campaign launches or seasonal promotions.</a:t>
            </a:r>
          </a:p>
          <a:p>
            <a:pPr marL="0" indent="0">
              <a:buNone/>
            </a:pPr>
            <a:endParaRPr lang="en-US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75293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71201-4760-11CD-4B78-E3D42D617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CDBC6-5405-9005-CD80-686AEDECC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Top 10 Posts by Likes</a:t>
            </a:r>
            <a:endParaRPr lang="en-US" b="1" dirty="0"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20509-3242-1EDA-A7D6-31FECFA7C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Task</a:t>
            </a:r>
          </a:p>
          <a:p>
            <a:r>
              <a:rPr lang="en-US" dirty="0"/>
              <a:t>Identify and visualize the </a:t>
            </a:r>
            <a:r>
              <a:rPr lang="en-US" b="1" dirty="0"/>
              <a:t>top 10 posts that received the most likes</a:t>
            </a:r>
            <a:r>
              <a:rPr lang="en-US" dirty="0"/>
              <a:t>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Insight:</a:t>
            </a:r>
            <a:endParaRPr lang="en-US" dirty="0"/>
          </a:p>
          <a:p>
            <a:r>
              <a:rPr lang="en-US" dirty="0"/>
              <a:t>Reels and Video formats dominate the highest likes.</a:t>
            </a:r>
          </a:p>
          <a:p>
            <a:r>
              <a:rPr lang="en-US" dirty="0"/>
              <a:t>Posts with influencers or trending audio performed best.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39329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2FE9F-1E08-1A7A-4FD2-4C5CCE6BB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E4ED6-F2F0-2119-DAE6-D699C2EE5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Top 10 Posts by Engagement Rate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0814F-2537-4F5F-586D-7EC944759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8761412" cy="35613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Task</a:t>
            </a:r>
          </a:p>
          <a:p>
            <a:r>
              <a:rPr lang="en-US" dirty="0"/>
              <a:t>Similar to the previous sheet, but now sort posts based on </a:t>
            </a:r>
            <a:r>
              <a:rPr lang="en-US" b="1" dirty="0"/>
              <a:t>engagement rate</a:t>
            </a:r>
            <a:r>
              <a:rPr lang="en-US" dirty="0"/>
              <a:t> to identify high-performing content beyond just likes.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Insight:</a:t>
            </a:r>
            <a:endParaRPr lang="en-US" dirty="0"/>
          </a:p>
          <a:p>
            <a:r>
              <a:rPr lang="en-US" dirty="0"/>
              <a:t>Even simple posts with limited reach performed well due to high interaction rates.</a:t>
            </a:r>
            <a:endParaRPr lang="en-US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22081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5F489-2DCD-4324-B7FC-71CA34CDF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5ABE7-4FAC-299D-8796-FE462CDBB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Post Type Performance Comparison</a:t>
            </a:r>
            <a:endParaRPr lang="en-IN" b="1" dirty="0"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93053-4494-6169-E940-9BE4B2079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5294" y="2367524"/>
            <a:ext cx="8761412" cy="45838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Task</a:t>
            </a:r>
          </a:p>
          <a:p>
            <a:r>
              <a:rPr lang="en-US" dirty="0"/>
              <a:t> Compare the performance of different post types (e.g., Image, Video, Carousel). Show </a:t>
            </a:r>
            <a:r>
              <a:rPr lang="en-US" b="1" dirty="0"/>
              <a:t>average likes, comments, saves</a:t>
            </a:r>
            <a:r>
              <a:rPr lang="en-US" dirty="0"/>
              <a:t> for each type.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Findings:</a:t>
            </a:r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Reels:</a:t>
            </a:r>
            <a:r>
              <a:rPr lang="en-US" dirty="0"/>
              <a:t> Highest average engagement</a:t>
            </a:r>
          </a:p>
          <a:p>
            <a:r>
              <a:rPr lang="en-US" dirty="0"/>
              <a:t> </a:t>
            </a:r>
            <a:r>
              <a:rPr lang="en-US" b="1" dirty="0"/>
              <a:t>Images:</a:t>
            </a:r>
            <a:r>
              <a:rPr lang="en-US" dirty="0"/>
              <a:t> Good reach but lower interaction</a:t>
            </a:r>
          </a:p>
          <a:p>
            <a:r>
              <a:rPr lang="en-US" b="1" dirty="0"/>
              <a:t>Stories:</a:t>
            </a:r>
            <a:r>
              <a:rPr lang="en-US" dirty="0"/>
              <a:t> Moderate engagement; best for polls &amp; updates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Insight:</a:t>
            </a:r>
            <a:br>
              <a:rPr lang="en-US" dirty="0"/>
            </a:br>
            <a:r>
              <a:rPr lang="en-US" dirty="0"/>
              <a:t>→ A balanced content mix with more stories ensures reach and engagement.</a:t>
            </a:r>
          </a:p>
        </p:txBody>
      </p:sp>
    </p:spTree>
    <p:extLst>
      <p:ext uri="{BB962C8B-B14F-4D97-AF65-F5344CB8AC3E}">
        <p14:creationId xmlns:p14="http://schemas.microsoft.com/office/powerpoint/2010/main" val="1534599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F7C74-21B3-12D3-B31F-B6D12E38E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915C5-9290-E666-BA5F-D94183B6F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Day of Week Analysis</a:t>
            </a:r>
            <a:endParaRPr lang="en-IN" b="1" dirty="0"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DA602-825C-FBA9-4F75-9056A9BC3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5294" y="2367524"/>
            <a:ext cx="8761412" cy="45838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Task</a:t>
            </a:r>
          </a:p>
          <a:p>
            <a:r>
              <a:rPr lang="en-US" dirty="0"/>
              <a:t>   Analyze how posts perform on different days of the week. Show average engagement by weekday.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1" dirty="0"/>
              <a:t>Insight:</a:t>
            </a:r>
          </a:p>
          <a:p>
            <a:r>
              <a:rPr lang="en-IN" dirty="0"/>
              <a:t>Tuesday, </a:t>
            </a:r>
            <a:r>
              <a:rPr lang="en-IN" dirty="0" err="1"/>
              <a:t>friday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00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A5284-814F-19CE-3760-5ABD5194C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BA7C9-5FF3-1592-D57F-4BC5B863A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Engagement Funnel</a:t>
            </a:r>
            <a:endParaRPr lang="en-IN" b="1" dirty="0"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46F16-AA90-2A75-D53F-220876030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5294" y="2367524"/>
            <a:ext cx="8761412" cy="45838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Task</a:t>
            </a:r>
          </a:p>
          <a:p>
            <a:r>
              <a:rPr lang="en-US" dirty="0"/>
              <a:t>    Visualize how users interact with content using a funnel. Sequence: </a:t>
            </a:r>
            <a:r>
              <a:rPr lang="en-US" b="1" dirty="0"/>
              <a:t>Impressions → Reach → Likes → Comments → Shares → Saves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1" dirty="0"/>
              <a:t>Insight:</a:t>
            </a:r>
          </a:p>
          <a:p>
            <a:r>
              <a:rPr lang="en-US" dirty="0"/>
              <a:t>Need more engaging CTAs (e.g., “Tag a friend”, “Save for later”).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514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D0083-5A92-23D7-BC77-B09C7F3C2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23852-8634-961F-0EE3-9C456A2AB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Hashtag Analysis</a:t>
            </a:r>
            <a:endParaRPr lang="en-IN" b="1" dirty="0"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36BD9-27F0-A681-2769-79158EC34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5294" y="2367524"/>
            <a:ext cx="8761412" cy="45838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Task</a:t>
            </a:r>
          </a:p>
          <a:p>
            <a:r>
              <a:rPr lang="en-US" dirty="0"/>
              <a:t>    Analyze how various </a:t>
            </a:r>
            <a:r>
              <a:rPr lang="en-US" b="1" dirty="0"/>
              <a:t>hashtags </a:t>
            </a:r>
            <a:r>
              <a:rPr lang="en-US" dirty="0"/>
              <a:t>perform. Visualize average engagement rate or reach across different groups.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r>
              <a:rPr lang="en-IN" b="1" dirty="0"/>
              <a:t>Findings:</a:t>
            </a:r>
            <a:endParaRPr lang="en-IN" dirty="0"/>
          </a:p>
          <a:p>
            <a:r>
              <a:rPr lang="en-IN" dirty="0"/>
              <a:t>Popular hashtags: </a:t>
            </a:r>
            <a:r>
              <a:rPr lang="en-IN" b="1"/>
              <a:t>#SugarCosmetics,#</a:t>
            </a:r>
            <a:r>
              <a:rPr lang="en-IN" b="1" dirty="0"/>
              <a:t>BoldLooks, #VeganBeauty, #BeautyTips</a:t>
            </a:r>
            <a:endParaRPr lang="en-IN" dirty="0"/>
          </a:p>
          <a:p>
            <a:r>
              <a:rPr lang="en-IN" dirty="0"/>
              <a:t>Branded + trendy hashtags increased visibility.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Insight:</a:t>
            </a:r>
            <a:br>
              <a:rPr lang="en-IN" dirty="0"/>
            </a:br>
            <a:r>
              <a:rPr lang="en-IN" dirty="0"/>
              <a:t>→ Smart hashtag strategy can expand organic reach.</a:t>
            </a:r>
          </a:p>
        </p:txBody>
      </p:sp>
    </p:spTree>
    <p:extLst>
      <p:ext uri="{BB962C8B-B14F-4D97-AF65-F5344CB8AC3E}">
        <p14:creationId xmlns:p14="http://schemas.microsoft.com/office/powerpoint/2010/main" val="1066501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20E79A47-E99E-B92E-9D04-FB900A0EC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72" y="778244"/>
            <a:ext cx="10885856" cy="53015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6E450B-CE12-A618-E440-C5D80BFE16F0}"/>
              </a:ext>
            </a:extLst>
          </p:cNvPr>
          <p:cNvSpPr txBox="1"/>
          <p:nvPr/>
        </p:nvSpPr>
        <p:spPr>
          <a:xfrm>
            <a:off x="2920181" y="294968"/>
            <a:ext cx="5368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Agency FB" panose="020B0503020202020204" pitchFamily="34" charset="0"/>
              </a:rPr>
              <a:t>Dashboard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30D7EA-EE79-C7D6-EE74-20970369980A}"/>
              </a:ext>
            </a:extLst>
          </p:cNvPr>
          <p:cNvSpPr txBox="1"/>
          <p:nvPr/>
        </p:nvSpPr>
        <p:spPr>
          <a:xfrm>
            <a:off x="2920181" y="6101366"/>
            <a:ext cx="6853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Highlight:</a:t>
            </a:r>
            <a:br>
              <a:rPr lang="en-US" dirty="0"/>
            </a:br>
            <a:r>
              <a:rPr lang="en-US" dirty="0"/>
              <a:t>→ Interactive visual report for marketing decisions.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7922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97404-DE02-BD69-9E49-1717FEE0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08BE2-D1A6-26B2-47FF-E91106F83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Strategic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4E19B-C8B5-EAF2-5749-5D4FA4ACB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5294" y="2367524"/>
            <a:ext cx="8761412" cy="49476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Task</a:t>
            </a:r>
          </a:p>
          <a:p>
            <a:pPr fontAlgn="base"/>
            <a:r>
              <a:rPr lang="en-US" dirty="0"/>
              <a:t>    </a:t>
            </a:r>
            <a:r>
              <a:rPr lang="en-US" b="1" dirty="0"/>
              <a:t> </a:t>
            </a:r>
            <a:r>
              <a:rPr lang="en-US" dirty="0"/>
              <a:t>Provide data-driven insights to refine and support social media strategy. 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r>
              <a:rPr lang="en-IN" b="1" dirty="0"/>
              <a:t>Key Takeaways:</a:t>
            </a:r>
            <a:br>
              <a:rPr lang="en-IN" dirty="0"/>
            </a:br>
            <a:r>
              <a:rPr lang="en-IN" dirty="0"/>
              <a:t>✅ Focus on Reels &amp; influencer content</a:t>
            </a:r>
            <a:br>
              <a:rPr lang="en-IN" dirty="0"/>
            </a:br>
            <a:r>
              <a:rPr lang="en-IN" dirty="0"/>
              <a:t>✅ Post 3–5 times per week during peak engagement days</a:t>
            </a:r>
            <a:br>
              <a:rPr lang="en-IN" dirty="0"/>
            </a:br>
            <a:r>
              <a:rPr lang="en-IN" dirty="0"/>
              <a:t>✅ Improve engagement funnel via captions &amp; CTAs</a:t>
            </a:r>
            <a:br>
              <a:rPr lang="en-IN" dirty="0"/>
            </a:br>
            <a:r>
              <a:rPr lang="en-IN" dirty="0"/>
              <a:t>✅ Mix branded and trending hashtags</a:t>
            </a:r>
            <a:br>
              <a:rPr lang="en-IN" dirty="0"/>
            </a:br>
            <a:r>
              <a:rPr lang="en-IN" dirty="0"/>
              <a:t>✅ Launch seasonal campaigns (festive looks, tutorials, user challenges)</a:t>
            </a:r>
          </a:p>
        </p:txBody>
      </p:sp>
    </p:spTree>
    <p:extLst>
      <p:ext uri="{BB962C8B-B14F-4D97-AF65-F5344CB8AC3E}">
        <p14:creationId xmlns:p14="http://schemas.microsoft.com/office/powerpoint/2010/main" val="1737715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BAFC2-4DD1-EBF8-3233-460E986BB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0E449-B8A7-CF17-889D-B8A421BF1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4954" y="5033067"/>
            <a:ext cx="8825659" cy="175119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Overall Summary:</a:t>
            </a:r>
            <a:br>
              <a:rPr lang="en-US" dirty="0"/>
            </a:br>
            <a:r>
              <a:rPr lang="en-US" dirty="0"/>
              <a:t>Sugar Cosmetics has strong audience reach and potential for higher engagement through video-first, community-driven content.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4070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AAFF-020A-03A5-09E8-65CD8AE56A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6258" y="2671915"/>
            <a:ext cx="4719484" cy="915761"/>
          </a:xfrm>
        </p:spPr>
        <p:txBody>
          <a:bodyPr/>
          <a:lstStyle/>
          <a:p>
            <a:pPr algn="ctr"/>
            <a:r>
              <a:rPr lang="en-IN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675987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56</TotalTime>
  <Words>532</Words>
  <Application>Microsoft Office PowerPoint</Application>
  <PresentationFormat>Widescreen</PresentationFormat>
  <Paragraphs>61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Agency FB</vt:lpstr>
      <vt:lpstr>Century Gothic</vt:lpstr>
      <vt:lpstr>Wingdings 3</vt:lpstr>
      <vt:lpstr>Ion Boardroom</vt:lpstr>
      <vt:lpstr>Instagram Performance Analytics for Sugar Cosmetics</vt:lpstr>
      <vt:lpstr>Overview KPIs</vt:lpstr>
      <vt:lpstr>Monthly Posting Trend</vt:lpstr>
      <vt:lpstr>Top 10 Posts by Likes</vt:lpstr>
      <vt:lpstr>Top 10 Posts by Engagement Rate</vt:lpstr>
      <vt:lpstr>Post Type Performance Comparison</vt:lpstr>
      <vt:lpstr>Day of Week Analysis</vt:lpstr>
      <vt:lpstr>Engagement Funnel</vt:lpstr>
      <vt:lpstr>Hashtag Analysis</vt:lpstr>
      <vt:lpstr>PowerPoint Presentation</vt:lpstr>
      <vt:lpstr>Strategic Recommendations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DOMINIC ERICSON A</dc:creator>
  <cp:lastModifiedBy>DOMINIC ERICSON A</cp:lastModifiedBy>
  <cp:revision>1</cp:revision>
  <dcterms:created xsi:type="dcterms:W3CDTF">2025-10-12T17:10:30Z</dcterms:created>
  <dcterms:modified xsi:type="dcterms:W3CDTF">2025-10-16T19:10:10Z</dcterms:modified>
</cp:coreProperties>
</file>