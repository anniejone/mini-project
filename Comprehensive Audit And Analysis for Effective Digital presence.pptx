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8BDA41-548C-4755-9FD6-A5F908A7D7DC}" v="4" dt="2025-10-27T11:31:00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ERICSON A" userId="4bc43f114a012ffa" providerId="LiveId" clId="{46380805-AB1C-48D4-B920-A84CB1DCA5BA}"/>
    <pc:docChg chg="custSel addSld delSld modSld">
      <pc:chgData name="DOMINIC ERICSON A" userId="4bc43f114a012ffa" providerId="LiveId" clId="{46380805-AB1C-48D4-B920-A84CB1DCA5BA}" dt="2025-10-29T17:48:45.709" v="28" actId="1076"/>
      <pc:docMkLst>
        <pc:docMk/>
      </pc:docMkLst>
      <pc:sldChg chg="new del">
        <pc:chgData name="DOMINIC ERICSON A" userId="4bc43f114a012ffa" providerId="LiveId" clId="{46380805-AB1C-48D4-B920-A84CB1DCA5BA}" dt="2025-10-27T11:23:53.992" v="1" actId="2696"/>
        <pc:sldMkLst>
          <pc:docMk/>
          <pc:sldMk cId="4176734637" sldId="261"/>
        </pc:sldMkLst>
      </pc:sldChg>
      <pc:sldChg chg="addSp delSp modSp add mod">
        <pc:chgData name="DOMINIC ERICSON A" userId="4bc43f114a012ffa" providerId="LiveId" clId="{46380805-AB1C-48D4-B920-A84CB1DCA5BA}" dt="2025-10-29T17:48:45.709" v="28" actId="1076"/>
        <pc:sldMkLst>
          <pc:docMk/>
          <pc:sldMk cId="4252083303" sldId="261"/>
        </pc:sldMkLst>
        <pc:spChg chg="mod">
          <ac:chgData name="DOMINIC ERICSON A" userId="4bc43f114a012ffa" providerId="LiveId" clId="{46380805-AB1C-48D4-B920-A84CB1DCA5BA}" dt="2025-10-29T17:48:45.709" v="28" actId="1076"/>
          <ac:spMkLst>
            <pc:docMk/>
            <pc:sldMk cId="4252083303" sldId="261"/>
            <ac:spMk id="3" creationId="{12F2FE27-0239-E9D0-4787-15B003BD1115}"/>
          </ac:spMkLst>
        </pc:spChg>
        <pc:spChg chg="mod">
          <ac:chgData name="DOMINIC ERICSON A" userId="4bc43f114a012ffa" providerId="LiveId" clId="{46380805-AB1C-48D4-B920-A84CB1DCA5BA}" dt="2025-10-27T11:24:04.245" v="4" actId="20577"/>
          <ac:spMkLst>
            <pc:docMk/>
            <pc:sldMk cId="4252083303" sldId="261"/>
            <ac:spMk id="4" creationId="{BDE947EC-BCEC-D4A2-D587-E6592AE2AA16}"/>
          </ac:spMkLst>
        </pc:spChg>
        <pc:picChg chg="add mod">
          <ac:chgData name="DOMINIC ERICSON A" userId="4bc43f114a012ffa" providerId="LiveId" clId="{46380805-AB1C-48D4-B920-A84CB1DCA5BA}" dt="2025-10-27T11:31:16.714" v="26" actId="1076"/>
          <ac:picMkLst>
            <pc:docMk/>
            <pc:sldMk cId="4252083303" sldId="261"/>
            <ac:picMk id="6" creationId="{DF1F5041-30ED-EC5B-2E14-B2B1FBDE0F5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zoho.com/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7A473-A6C9-A5D2-E737-67508BA10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7" y="1298448"/>
            <a:ext cx="7789017" cy="3255264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Britannic Bold" panose="020B0903060703020204" pitchFamily="34" charset="0"/>
              </a:rPr>
              <a:t>Comprehensive Audit And Analysis for Effective Digital presence</a:t>
            </a:r>
          </a:p>
        </p:txBody>
      </p:sp>
    </p:spTree>
    <p:extLst>
      <p:ext uri="{BB962C8B-B14F-4D97-AF65-F5344CB8AC3E}">
        <p14:creationId xmlns:p14="http://schemas.microsoft.com/office/powerpoint/2010/main" val="1599078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AAF99-9004-38A2-A2E6-4795140D0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4690" y="1113306"/>
            <a:ext cx="7892846" cy="48352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Company Name: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Zoho Corporation Pvt. Ltd.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Founded: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1996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Founder: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Sridhar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Vembu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&amp; Tony Thomas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Headquarters: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Chennai, Tamil Nadu, India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Industry: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SaaS &amp; Cloud-based Business Solutions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About the Company: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Zoho Corporation is a global software company that offers a wide range of cloud-based business applications. It provides tools for CRM, finance, HR, marketing, and analytics — helping businesses manage everything from one platform.</a:t>
            </a:r>
          </a:p>
          <a:p>
            <a:pPr>
              <a:lnSpc>
                <a:spcPct val="100000"/>
              </a:lnSpc>
            </a:pP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01AFE-4D8C-D53F-6BBA-D4CF951431F9}"/>
              </a:ext>
            </a:extLst>
          </p:cNvPr>
          <p:cNvSpPr txBox="1"/>
          <p:nvPr/>
        </p:nvSpPr>
        <p:spPr>
          <a:xfrm>
            <a:off x="324465" y="1771918"/>
            <a:ext cx="31389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Britannic Bold" panose="020B0903060703020204" pitchFamily="34" charset="0"/>
              </a:rPr>
              <a:t>Task 1: </a:t>
            </a:r>
            <a:r>
              <a:rPr lang="en-US" sz="3600" dirty="0">
                <a:latin typeface="Britannic Bold" panose="020B0903060703020204" pitchFamily="34" charset="0"/>
              </a:rPr>
              <a:t>Company Selection and Description</a:t>
            </a:r>
            <a:endParaRPr lang="en-IN" sz="3600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12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894F-FD38-1572-444D-EDA7AE65D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3846C-52AB-49B0-8A4D-9F759EECC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7206" y="556653"/>
            <a:ext cx="7892846" cy="59031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Website URL: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www.zoho.com</a:t>
            </a:r>
            <a:b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IN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Purpose: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To provide cloud-based business software for CRM, HR, finance, and marketing.</a:t>
            </a:r>
          </a:p>
          <a:p>
            <a:r>
              <a:rPr lang="en-IN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Audit Focus Areas:</a:t>
            </a: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Website Design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User Experience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Responsiveness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SEO &amp; Content Metrics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Design Analysis: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Modern, clean, and professional look.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Consistent color scheme (white, red, and blue).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Simple layout with clear navigation menus.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High-quality visuals and icons used to explain tools.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608BF6-7A6F-E362-EBEA-DDCD25BCA13A}"/>
              </a:ext>
            </a:extLst>
          </p:cNvPr>
          <p:cNvSpPr txBox="1"/>
          <p:nvPr/>
        </p:nvSpPr>
        <p:spPr>
          <a:xfrm>
            <a:off x="324465" y="1771918"/>
            <a:ext cx="31389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Britannic Bold" panose="020B0903060703020204" pitchFamily="34" charset="0"/>
              </a:rPr>
              <a:t>Task 2: </a:t>
            </a:r>
            <a:r>
              <a:rPr lang="en-IN" sz="3600" dirty="0">
                <a:latin typeface="Britannic Bold" panose="020B0903060703020204" pitchFamily="34" charset="0"/>
              </a:rPr>
              <a:t>Website Audit Report</a:t>
            </a:r>
          </a:p>
        </p:txBody>
      </p:sp>
    </p:spTree>
    <p:extLst>
      <p:ext uri="{BB962C8B-B14F-4D97-AF65-F5344CB8AC3E}">
        <p14:creationId xmlns:p14="http://schemas.microsoft.com/office/powerpoint/2010/main" val="414445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D8F8E0-51B0-0144-EEC3-6073E8723DE2}"/>
              </a:ext>
            </a:extLst>
          </p:cNvPr>
          <p:cNvSpPr txBox="1"/>
          <p:nvPr/>
        </p:nvSpPr>
        <p:spPr>
          <a:xfrm>
            <a:off x="530780" y="1382286"/>
            <a:ext cx="5147399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User Experience: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Fast loading (around 2–3 seconds).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Easy to find products within a few clicks.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Strong CTAs like “Sign Up Free” and “Explore Products”.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Customer reviews and testimonials create trust.</a:t>
            </a:r>
          </a:p>
          <a:p>
            <a:pPr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Responsiveness: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Works smoothly on mobile, tablet, and desktop.</a:t>
            </a:r>
          </a:p>
          <a:p>
            <a:pPr marL="342900" indent="-342900"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Pages adjust perfectly for different screen sizes.</a:t>
            </a:r>
          </a:p>
          <a:p>
            <a:pPr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</a:pPr>
            <a:endParaRPr lang="en-US" sz="20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0856E-2DCC-F52E-F2B9-AE2D4FF72671}"/>
              </a:ext>
            </a:extLst>
          </p:cNvPr>
          <p:cNvSpPr txBox="1"/>
          <p:nvPr/>
        </p:nvSpPr>
        <p:spPr>
          <a:xfrm>
            <a:off x="6096001" y="1382286"/>
            <a:ext cx="5948513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SEO Metrics:</a:t>
            </a:r>
          </a:p>
          <a:p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Page Speed:</a:t>
            </a: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Good</a:t>
            </a:r>
          </a:p>
          <a:p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Mobile-Friendly: </a:t>
            </a: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✅ Yes</a:t>
            </a:r>
          </a:p>
          <a:p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Meta Tags:</a:t>
            </a: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Optimized with clear title and keywords.</a:t>
            </a:r>
          </a:p>
          <a:p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Keywords Used: </a:t>
            </a: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CRM software, cloud apps, business tools.</a:t>
            </a:r>
          </a:p>
          <a:p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Content Quality:</a:t>
            </a:r>
          </a:p>
          <a:p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Well-written, simple, and relevant to audience needs.</a:t>
            </a:r>
          </a:p>
          <a:p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Highlights product benefits and features clearly.</a:t>
            </a:r>
          </a:p>
          <a:p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Blogs and resources help improve engagement and traffic.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Actionable Suggestions:</a:t>
            </a:r>
            <a:b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Maintain keyword optimization for all products.</a:t>
            </a:r>
            <a:b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Add more video content for better engagement.</a:t>
            </a:r>
            <a:b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Improve image compression to load pages faster.</a:t>
            </a:r>
          </a:p>
          <a:p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B0C2AD3-3C5B-019E-7717-0611724B0208}"/>
              </a:ext>
            </a:extLst>
          </p:cNvPr>
          <p:cNvCxnSpPr>
            <a:cxnSpLocks/>
          </p:cNvCxnSpPr>
          <p:nvPr/>
        </p:nvCxnSpPr>
        <p:spPr>
          <a:xfrm>
            <a:off x="5678183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277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829F2-3796-18C1-EC7A-B36767AB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CC58A-7BD3-0A71-D3A6-FCF27FD87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7206" y="285135"/>
            <a:ext cx="8364794" cy="657286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Objective: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Recommend strategies to align Zoho’s traditional and digital marketing goals.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Strategy Highlights: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Focus more on </a:t>
            </a: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social media engagement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through posts, demos, and success stories.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Run </a:t>
            </a: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targeted ad campaigns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on Google and LinkedIn to reach business audiences.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 </a:t>
            </a: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influencer or blog collaborations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for wider reach.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Personalize </a:t>
            </a: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email marketing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for better customer connection.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Conduct </a:t>
            </a: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webinars and virtual events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to attract potential clients.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Traditional vs Digital Alignment: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Traditional marketing builds brand trust (events, print).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Digital marketing drives measurable leads (SEO, ads, social media).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Combining both enhances Zoho’s global brand presence.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Outcome: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balanced, integrated strategy to </a:t>
            </a: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increase brand awareness, engagement, and lead generation.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527D86-4D91-03A4-D0E2-6D2CE5340AFA}"/>
              </a:ext>
            </a:extLst>
          </p:cNvPr>
          <p:cNvSpPr txBox="1"/>
          <p:nvPr/>
        </p:nvSpPr>
        <p:spPr>
          <a:xfrm>
            <a:off x="324465" y="1771918"/>
            <a:ext cx="32348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Britannic Bold" panose="020B0903060703020204" pitchFamily="34" charset="0"/>
              </a:rPr>
              <a:t>Task 3: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  <a:latin typeface="Britannic Bold" panose="020B0903060703020204" pitchFamily="34" charset="0"/>
              </a:rPr>
            </a:br>
            <a:r>
              <a:rPr lang="en-IN" sz="3600" dirty="0">
                <a:latin typeface="Britannic Bold" panose="020B0903060703020204" pitchFamily="34" charset="0"/>
              </a:rPr>
              <a:t>Digital Marketing Strategy</a:t>
            </a:r>
          </a:p>
          <a:p>
            <a:endParaRPr lang="en-IN" sz="3600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087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4371E-1641-AA67-499C-8EEFA0FB7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2FE27-0239-E9D0-4787-15B003BD1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5145" y="772517"/>
            <a:ext cx="5670757" cy="1081549"/>
          </a:xfrm>
        </p:spPr>
        <p:txBody>
          <a:bodyPr>
            <a:normAutofit fontScale="92500" lnSpcReduction="100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Tool Used:</a:t>
            </a:r>
            <a:r>
              <a:rPr lang="en-US" alt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Wix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Website Link:</a:t>
            </a:r>
            <a:r>
              <a:rPr lang="en-US" alt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https://dganniejone.wixsite.com/my-site-3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947EC-BCEC-D4A2-D587-E6592AE2AA16}"/>
              </a:ext>
            </a:extLst>
          </p:cNvPr>
          <p:cNvSpPr txBox="1"/>
          <p:nvPr/>
        </p:nvSpPr>
        <p:spPr>
          <a:xfrm>
            <a:off x="324465" y="1771918"/>
            <a:ext cx="32348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Britannic Bold" panose="020B0903060703020204" pitchFamily="34" charset="0"/>
              </a:rPr>
              <a:t>Task 4: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  <a:latin typeface="Britannic Bold" panose="020B0903060703020204" pitchFamily="34" charset="0"/>
              </a:rPr>
            </a:br>
            <a:r>
              <a:rPr lang="en-IN" sz="3600" dirty="0">
                <a:latin typeface="Britannic Bold" panose="020B0903060703020204" pitchFamily="34" charset="0"/>
              </a:rPr>
              <a:t>Digital Marketing Strategy</a:t>
            </a:r>
          </a:p>
          <a:p>
            <a:endParaRPr lang="en-IN" sz="3600" dirty="0">
              <a:latin typeface="Britannic Bold" panose="020B0903060703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1F5041-30ED-EC5B-2E14-B2B1FBDE0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939" y="2448232"/>
            <a:ext cx="7157171" cy="363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83303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2809</TotalTime>
  <Words>491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Britannic Bold</vt:lpstr>
      <vt:lpstr>Calibri Light</vt:lpstr>
      <vt:lpstr>Corbel</vt:lpstr>
      <vt:lpstr>Wingdings</vt:lpstr>
      <vt:lpstr>Wingdings 2</vt:lpstr>
      <vt:lpstr>Frame</vt:lpstr>
      <vt:lpstr>Comprehensive Audit And Analysis for Effective Digital presence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DOMINIC ERICSON A</dc:creator>
  <cp:lastModifiedBy>DOMINIC ERICSON A</cp:lastModifiedBy>
  <cp:revision>1</cp:revision>
  <dcterms:created xsi:type="dcterms:W3CDTF">2025-10-22T20:41:13Z</dcterms:created>
  <dcterms:modified xsi:type="dcterms:W3CDTF">2025-10-29T17:48:56Z</dcterms:modified>
</cp:coreProperties>
</file>